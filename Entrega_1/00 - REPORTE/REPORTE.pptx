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7"/>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5" r:id="rId15"/>
    <p:sldId id="284" r:id="rId16"/>
  </p:sldIdLst>
  <p:sldSz cx="9144000" cy="5143500" type="screen16x9"/>
  <p:notesSz cx="6858000" cy="9144000"/>
  <p:embeddedFontLst>
    <p:embeddedFont>
      <p:font typeface="Arial Black" panose="020B0A04020102020204" pitchFamily="34" charset="0"/>
      <p:bold r:id="rId18"/>
    </p:embeddedFont>
    <p:embeddedFont>
      <p:font typeface="Arial Rounded MT Bold" panose="020F0704030504030204" pitchFamily="34" charset="0"/>
      <p:regular r:id="rId19"/>
    </p:embeddedFont>
    <p:embeddedFont>
      <p:font typeface="Didact Gothic" panose="00000500000000000000" pitchFamily="2" charset="0"/>
      <p:regular r:id="rId20"/>
    </p:embeddedFont>
    <p:embeddedFont>
      <p:font typeface="Libre Franklin" pitchFamily="2" charset="0"/>
      <p:regular r:id="rId21"/>
      <p:bold r:id="rId22"/>
      <p:italic r:id="rId23"/>
      <p:boldItalic r:id="rId24"/>
    </p:embeddedFont>
    <p:embeddedFont>
      <p:font typeface="Lucida Console" panose="020B0609040504020204" pitchFamily="49" charset="0"/>
      <p:regular r:id="rId25"/>
    </p:embeddedFont>
    <p:embeddedFont>
      <p:font typeface="Poppins" panose="00000500000000000000" pitchFamily="2" charset="0"/>
      <p:regular r:id="rId26"/>
      <p:bold r:id="rId27"/>
      <p:italic r:id="rId28"/>
      <p:boldItalic r:id="rId29"/>
    </p:embeddedFont>
    <p:embeddedFont>
      <p:font typeface="Raleway"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331" y="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9" Type="http://schemas.microsoft.com/office/2016/11/relationships/changesInfo" Target="changesInfos/changesInfo1.xml"/><Relationship Id="rId21" Type="http://schemas.openxmlformats.org/officeDocument/2006/relationships/font" Target="fonts/font4.fntdata"/><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1-05T09:38:02.589" v="10856" actId="14100"/>
      <pc:docMkLst>
        <pc:docMk/>
      </pc:docMkLst>
      <pc:sldChg chg="modSp mod">
        <pc:chgData name="Mario Aragón Valderrama" userId="ab42593c9091a3c7" providerId="LiveId" clId="{A94EC9C8-FC2E-45B4-829C-AEB6B286F687}" dt="2025-10-31T10:23:52.191" v="1750" actId="20577"/>
        <pc:sldMkLst>
          <pc:docMk/>
          <pc:sldMk cId="0" sldId="256"/>
        </pc:sldMkLst>
        <pc:spChg chg="mod">
          <ac:chgData name="Mario Aragón Valderrama" userId="ab42593c9091a3c7" providerId="LiveId" clId="{A94EC9C8-FC2E-45B4-829C-AEB6B286F687}" dt="2025-10-31T10:23:52.191" v="1750" actId="20577"/>
          <ac:spMkLst>
            <pc:docMk/>
            <pc:sldMk cId="0" sldId="256"/>
            <ac:spMk id="4" creationId="{4AA276FC-05B9-D88D-F05D-EE88303AD2E8}"/>
          </ac:spMkLst>
        </pc:spChg>
      </pc:sldChg>
      <pc:sldChg chg="addSp delSp modSp add del mod">
        <pc:chgData name="Mario Aragón Valderrama" userId="ab42593c9091a3c7" providerId="LiveId" clId="{A94EC9C8-FC2E-45B4-829C-AEB6B286F687}" dt="2025-10-31T12:17:46.526" v="7496" actId="20577"/>
        <pc:sldMkLst>
          <pc:docMk/>
          <pc:sldMk cId="0" sldId="270"/>
        </pc:sldMkLst>
        <pc:spChg chg="add mod">
          <ac:chgData name="Mario Aragón Valderrama" userId="ab42593c9091a3c7" providerId="LiveId" clId="{A94EC9C8-FC2E-45B4-829C-AEB6B286F687}" dt="2025-10-31T12:17:46.526" v="7496" actId="20577"/>
          <ac:spMkLst>
            <pc:docMk/>
            <pc:sldMk cId="0" sldId="270"/>
            <ac:spMk id="2" creationId="{5EF82306-C561-E459-74E9-8E94BD154FAB}"/>
          </ac:spMkLst>
        </pc:spChg>
        <pc:spChg chg="mod">
          <ac:chgData name="Mario Aragón Valderrama" userId="ab42593c9091a3c7" providerId="LiveId" clId="{A94EC9C8-FC2E-45B4-829C-AEB6B286F687}" dt="2025-10-31T09:27:03.307" v="43"/>
          <ac:spMkLst>
            <pc:docMk/>
            <pc:sldMk cId="0" sldId="270"/>
            <ac:spMk id="633" creationId="{00000000-0000-0000-0000-000000000000}"/>
          </ac:spMkLst>
        </pc:spChg>
      </pc:sldChg>
      <pc:sldChg chg="addSp delSp modSp add mod">
        <pc:chgData name="Mario Aragón Valderrama" userId="ab42593c9091a3c7" providerId="LiveId" clId="{A94EC9C8-FC2E-45B4-829C-AEB6B286F687}" dt="2025-10-31T10:18:15.474" v="1679" actId="20577"/>
        <pc:sldMkLst>
          <pc:docMk/>
          <pc:sldMk cId="1878690447" sldId="271"/>
        </pc:sldMkLst>
        <pc:spChg chg="add mod">
          <ac:chgData name="Mario Aragón Valderrama" userId="ab42593c9091a3c7" providerId="LiveId" clId="{A94EC9C8-FC2E-45B4-829C-AEB6B286F687}" dt="2025-10-31T10:18:15.474" v="1679" actId="20577"/>
          <ac:spMkLst>
            <pc:docMk/>
            <pc:sldMk cId="1878690447" sldId="271"/>
            <ac:spMk id="7" creationId="{47FF6C25-282A-B6CB-A67C-33E161E8763F}"/>
          </ac:spMkLst>
        </pc:spChg>
        <pc:spChg chg="add mod">
          <ac:chgData name="Mario Aragón Valderrama" userId="ab42593c9091a3c7" providerId="LiveId" clId="{A94EC9C8-FC2E-45B4-829C-AEB6B286F687}" dt="2025-10-31T10:18:03.194" v="1678" actId="114"/>
          <ac:spMkLst>
            <pc:docMk/>
            <pc:sldMk cId="1878690447" sldId="271"/>
            <ac:spMk id="8" creationId="{1007598B-E9E1-3C48-B750-DD200F51AA4F}"/>
          </ac:spMkLst>
        </pc:spChg>
        <pc:spChg chg="mod">
          <ac:chgData name="Mario Aragón Valderrama" userId="ab42593c9091a3c7" providerId="LiveId" clId="{A94EC9C8-FC2E-45B4-829C-AEB6B286F687}" dt="2025-10-31T09:39:28.426" v="860"/>
          <ac:spMkLst>
            <pc:docMk/>
            <pc:sldMk cId="1878690447" sldId="271"/>
            <ac:spMk id="633" creationId="{F160F062-DB37-F0CE-0930-D313103DAB13}"/>
          </ac:spMkLst>
        </pc:spChg>
      </pc:sldChg>
      <pc:sldChg chg="addSp delSp modSp add mod">
        <pc:chgData name="Mario Aragón Valderrama" userId="ab42593c9091a3c7" providerId="LiveId" clId="{A94EC9C8-FC2E-45B4-829C-AEB6B286F687}" dt="2025-10-31T13:17:18.648" v="8837" actId="20577"/>
        <pc:sldMkLst>
          <pc:docMk/>
          <pc:sldMk cId="3817130564" sldId="272"/>
        </pc:sldMkLst>
        <pc:spChg chg="add mod">
          <ac:chgData name="Mario Aragón Valderrama" userId="ab42593c9091a3c7" providerId="LiveId" clId="{A94EC9C8-FC2E-45B4-829C-AEB6B286F687}" dt="2025-10-31T10:43:09.212" v="1882" actId="20577"/>
          <ac:spMkLst>
            <pc:docMk/>
            <pc:sldMk cId="3817130564" sldId="272"/>
            <ac:spMk id="5" creationId="{EAFFC7C5-F970-1FD5-95CA-A319822DB911}"/>
          </ac:spMkLst>
        </pc:spChg>
        <pc:spChg chg="mod">
          <ac:chgData name="Mario Aragón Valderrama" userId="ab42593c9091a3c7" providerId="LiveId" clId="{A94EC9C8-FC2E-45B4-829C-AEB6B286F687}" dt="2025-10-31T10:30:14.865" v="1751"/>
          <ac:spMkLst>
            <pc:docMk/>
            <pc:sldMk cId="3817130564" sldId="272"/>
            <ac:spMk id="633" creationId="{14CE457C-56DB-B4B3-1828-5D8139674A54}"/>
          </ac:spMkLst>
        </pc:spChg>
        <pc:graphicFrameChg chg="add mod modGraphic">
          <ac:chgData name="Mario Aragón Valderrama" userId="ab42593c9091a3c7" providerId="LiveId" clId="{A94EC9C8-FC2E-45B4-829C-AEB6B286F687}" dt="2025-10-31T13:17:18.648" v="8837" actId="20577"/>
          <ac:graphicFrameMkLst>
            <pc:docMk/>
            <pc:sldMk cId="3817130564" sldId="272"/>
            <ac:graphicFrameMk id="2" creationId="{CBD4D518-7DAA-184B-0314-92BDAE637D38}"/>
          </ac:graphicFrameMkLst>
        </pc:graphicFrameChg>
        <pc:picChg chg="add mod">
          <ac:chgData name="Mario Aragón Valderrama" userId="ab42593c9091a3c7" providerId="LiveId" clId="{A94EC9C8-FC2E-45B4-829C-AEB6B286F687}" dt="2025-10-31T10:43:29.714" v="1890" actId="14100"/>
          <ac:picMkLst>
            <pc:docMk/>
            <pc:sldMk cId="3817130564" sldId="272"/>
            <ac:picMk id="9" creationId="{ABFADC3A-F2D8-BABA-DD31-F0770B4C9B46}"/>
          </ac:picMkLst>
        </pc:picChg>
      </pc:sldChg>
      <pc:sldChg chg="addSp delSp modSp add mod">
        <pc:chgData name="Mario Aragón Valderrama" userId="ab42593c9091a3c7" providerId="LiveId" clId="{A94EC9C8-FC2E-45B4-829C-AEB6B286F687}" dt="2025-11-05T09:38:02.589" v="10856" actId="14100"/>
        <pc:sldMkLst>
          <pc:docMk/>
          <pc:sldMk cId="1332014249" sldId="273"/>
        </pc:sldMkLst>
        <pc:spChg chg="add mod">
          <ac:chgData name="Mario Aragón Valderrama" userId="ab42593c9091a3c7" providerId="LiveId" clId="{A94EC9C8-FC2E-45B4-829C-AEB6B286F687}" dt="2025-11-05T09:35:13.778" v="10768" actId="207"/>
          <ac:spMkLst>
            <pc:docMk/>
            <pc:sldMk cId="1332014249" sldId="273"/>
            <ac:spMk id="4" creationId="{3A063028-BC82-FA0D-BF4A-CD1689F34D4C}"/>
          </ac:spMkLst>
        </pc:spChg>
        <pc:spChg chg="add mod">
          <ac:chgData name="Mario Aragón Valderrama" userId="ab42593c9091a3c7" providerId="LiveId" clId="{A94EC9C8-FC2E-45B4-829C-AEB6B286F687}" dt="2025-11-05T09:36:50.057" v="10836" actId="114"/>
          <ac:spMkLst>
            <pc:docMk/>
            <pc:sldMk cId="1332014249" sldId="273"/>
            <ac:spMk id="9" creationId="{DF775A01-8C66-64FB-3CC2-F9073BE005FF}"/>
          </ac:spMkLst>
        </pc:spChg>
        <pc:spChg chg="mod">
          <ac:chgData name="Mario Aragón Valderrama" userId="ab42593c9091a3c7" providerId="LiveId" clId="{A94EC9C8-FC2E-45B4-829C-AEB6B286F687}" dt="2025-10-31T11:09:55.425" v="2711" actId="20577"/>
          <ac:spMkLst>
            <pc:docMk/>
            <pc:sldMk cId="1332014249" sldId="273"/>
            <ac:spMk id="633" creationId="{7946C38A-D74B-A3C1-5985-7F4666994364}"/>
          </ac:spMkLst>
        </pc:spChg>
        <pc:picChg chg="add mod">
          <ac:chgData name="Mario Aragón Valderrama" userId="ab42593c9091a3c7" providerId="LiveId" clId="{A94EC9C8-FC2E-45B4-829C-AEB6B286F687}" dt="2025-11-05T09:35:47.570" v="10773" actId="14100"/>
          <ac:picMkLst>
            <pc:docMk/>
            <pc:sldMk cId="1332014249" sldId="273"/>
            <ac:picMk id="3" creationId="{1D516515-DA42-9655-BB01-518323B33C34}"/>
          </ac:picMkLst>
        </pc:picChg>
        <pc:picChg chg="add mod">
          <ac:chgData name="Mario Aragón Valderrama" userId="ab42593c9091a3c7" providerId="LiveId" clId="{A94EC9C8-FC2E-45B4-829C-AEB6B286F687}" dt="2025-11-05T09:37:55.058" v="10853" actId="1076"/>
          <ac:picMkLst>
            <pc:docMk/>
            <pc:sldMk cId="1332014249" sldId="273"/>
            <ac:picMk id="6" creationId="{C419C444-B510-41D1-18DA-A0EDA21E4FC5}"/>
          </ac:picMkLst>
        </pc:picChg>
        <pc:picChg chg="add mod">
          <ac:chgData name="Mario Aragón Valderrama" userId="ab42593c9091a3c7" providerId="LiveId" clId="{A94EC9C8-FC2E-45B4-829C-AEB6B286F687}" dt="2025-11-05T09:37:49.437" v="10852" actId="1076"/>
          <ac:picMkLst>
            <pc:docMk/>
            <pc:sldMk cId="1332014249" sldId="273"/>
            <ac:picMk id="8" creationId="{F191712F-AF11-545F-6745-913AE7E68860}"/>
          </ac:picMkLst>
        </pc:picChg>
        <pc:picChg chg="add mod">
          <ac:chgData name="Mario Aragón Valderrama" userId="ab42593c9091a3c7" providerId="LiveId" clId="{A94EC9C8-FC2E-45B4-829C-AEB6B286F687}" dt="2025-11-05T09:37:58.215" v="10854" actId="1076"/>
          <ac:picMkLst>
            <pc:docMk/>
            <pc:sldMk cId="1332014249" sldId="273"/>
            <ac:picMk id="11" creationId="{69979F9F-1699-FEEA-4104-C18227B154EA}"/>
          </ac:picMkLst>
        </pc:picChg>
        <pc:picChg chg="add del mod">
          <ac:chgData name="Mario Aragón Valderrama" userId="ab42593c9091a3c7" providerId="LiveId" clId="{A94EC9C8-FC2E-45B4-829C-AEB6B286F687}" dt="2025-11-05T09:38:02.589" v="10856" actId="14100"/>
          <ac:picMkLst>
            <pc:docMk/>
            <pc:sldMk cId="1332014249" sldId="273"/>
            <ac:picMk id="13" creationId="{B57E5F5A-38EB-81A4-5B57-E486F1B32098}"/>
          </ac:picMkLst>
        </pc:picChg>
      </pc:sldChg>
      <pc:sldChg chg="addSp modSp add mod">
        <pc:chgData name="Mario Aragón Valderrama" userId="ab42593c9091a3c7" providerId="LiveId" clId="{A94EC9C8-FC2E-45B4-829C-AEB6B286F687}" dt="2025-11-05T09:34:55.290" v="10762" actId="20577"/>
        <pc:sldMkLst>
          <pc:docMk/>
          <pc:sldMk cId="1461310694" sldId="274"/>
        </pc:sldMkLst>
        <pc:spChg chg="add mod">
          <ac:chgData name="Mario Aragón Valderrama" userId="ab42593c9091a3c7" providerId="LiveId" clId="{A94EC9C8-FC2E-45B4-829C-AEB6B286F687}" dt="2025-11-05T09:27:27.037" v="10246" actId="113"/>
          <ac:spMkLst>
            <pc:docMk/>
            <pc:sldMk cId="1461310694" sldId="274"/>
            <ac:spMk id="6" creationId="{BD19327A-FEC8-2546-D5CE-E67AF2C8E686}"/>
          </ac:spMkLst>
        </pc:spChg>
        <pc:spChg chg="add mod">
          <ac:chgData name="Mario Aragón Valderrama" userId="ab42593c9091a3c7" providerId="LiveId" clId="{A94EC9C8-FC2E-45B4-829C-AEB6B286F687}" dt="2025-11-05T09:34:55.290" v="10762" actId="20577"/>
          <ac:spMkLst>
            <pc:docMk/>
            <pc:sldMk cId="1461310694" sldId="274"/>
            <ac:spMk id="11" creationId="{94A685DF-E20C-512D-21F4-4547D83672C6}"/>
          </ac:spMkLst>
        </pc:spChg>
        <pc:spChg chg="mod">
          <ac:chgData name="Mario Aragón Valderrama" userId="ab42593c9091a3c7" providerId="LiveId" clId="{A94EC9C8-FC2E-45B4-829C-AEB6B286F687}" dt="2025-10-31T11:10:00.169" v="2716" actId="20577"/>
          <ac:spMkLst>
            <pc:docMk/>
            <pc:sldMk cId="1461310694" sldId="274"/>
            <ac:spMk id="633" creationId="{356984D3-ED96-A90B-DBCF-B2F56FDAE2B4}"/>
          </ac:spMkLst>
        </pc:spChg>
        <pc:picChg chg="add mod">
          <ac:chgData name="Mario Aragón Valderrama" userId="ab42593c9091a3c7" providerId="LiveId" clId="{A94EC9C8-FC2E-45B4-829C-AEB6B286F687}" dt="2025-11-05T09:26:01.819" v="10029" actId="1076"/>
          <ac:picMkLst>
            <pc:docMk/>
            <pc:sldMk cId="1461310694" sldId="274"/>
            <ac:picMk id="3" creationId="{F8B308B3-606D-5693-7118-602F333524E5}"/>
          </ac:picMkLst>
        </pc:picChg>
        <pc:picChg chg="add mod">
          <ac:chgData name="Mario Aragón Valderrama" userId="ab42593c9091a3c7" providerId="LiveId" clId="{A94EC9C8-FC2E-45B4-829C-AEB6B286F687}" dt="2025-11-05T09:26:04.996" v="10031" actId="14100"/>
          <ac:picMkLst>
            <pc:docMk/>
            <pc:sldMk cId="1461310694" sldId="274"/>
            <ac:picMk id="5" creationId="{178624F4-D358-A55A-7284-21B1DCA028A0}"/>
          </ac:picMkLst>
        </pc:picChg>
        <pc:picChg chg="add mod">
          <ac:chgData name="Mario Aragón Valderrama" userId="ab42593c9091a3c7" providerId="LiveId" clId="{A94EC9C8-FC2E-45B4-829C-AEB6B286F687}" dt="2025-11-05T09:34:15.240" v="10732" actId="1076"/>
          <ac:picMkLst>
            <pc:docMk/>
            <pc:sldMk cId="1461310694" sldId="274"/>
            <ac:picMk id="8" creationId="{9914B39E-79EB-753D-3011-BFAAE635B912}"/>
          </ac:picMkLst>
        </pc:picChg>
        <pc:picChg chg="add mod">
          <ac:chgData name="Mario Aragón Valderrama" userId="ab42593c9091a3c7" providerId="LiveId" clId="{A94EC9C8-FC2E-45B4-829C-AEB6B286F687}" dt="2025-11-05T09:34:10.407" v="10730" actId="1076"/>
          <ac:picMkLst>
            <pc:docMk/>
            <pc:sldMk cId="1461310694" sldId="274"/>
            <ac:picMk id="10" creationId="{7ADEFD04-076B-92BF-D182-BF801606BBEF}"/>
          </ac:picMkLst>
        </pc:picChg>
        <pc:picChg chg="add mod">
          <ac:chgData name="Mario Aragón Valderrama" userId="ab42593c9091a3c7" providerId="LiveId" clId="{A94EC9C8-FC2E-45B4-829C-AEB6B286F687}" dt="2025-11-05T09:34:12.501" v="10731" actId="1076"/>
          <ac:picMkLst>
            <pc:docMk/>
            <pc:sldMk cId="1461310694" sldId="274"/>
            <ac:picMk id="13" creationId="{7AA491D9-67AC-2F66-8CF6-52562D3A93F9}"/>
          </ac:picMkLst>
        </pc:picChg>
      </pc:sldChg>
      <pc:sldChg chg="addSp delSp modSp add mod">
        <pc:chgData name="Mario Aragón Valderrama" userId="ab42593c9091a3c7" providerId="LiveId" clId="{A94EC9C8-FC2E-45B4-829C-AEB6B286F687}" dt="2025-10-31T11:28:11.084" v="4432" actId="14100"/>
        <pc:sldMkLst>
          <pc:docMk/>
          <pc:sldMk cId="510076081" sldId="275"/>
        </pc:sldMkLst>
        <pc:spChg chg="add mod">
          <ac:chgData name="Mario Aragón Valderrama" userId="ab42593c9091a3c7" providerId="LiveId" clId="{A94EC9C8-FC2E-45B4-829C-AEB6B286F687}" dt="2025-10-31T11:28:03.448" v="4430" actId="404"/>
          <ac:spMkLst>
            <pc:docMk/>
            <pc:sldMk cId="510076081" sldId="275"/>
            <ac:spMk id="2" creationId="{6E1CB8E1-A7AF-4194-E786-0C2B5FA8D536}"/>
          </ac:spMkLst>
        </pc:spChg>
        <pc:spChg chg="mod">
          <ac:chgData name="Mario Aragón Valderrama" userId="ab42593c9091a3c7" providerId="LiveId" clId="{A94EC9C8-FC2E-45B4-829C-AEB6B286F687}" dt="2025-10-31T11:26:26.858" v="4283" actId="1076"/>
          <ac:spMkLst>
            <pc:docMk/>
            <pc:sldMk cId="510076081" sldId="275"/>
            <ac:spMk id="633" creationId="{4E67A6DC-F5B2-EA88-5247-C9D91553210E}"/>
          </ac:spMkLst>
        </pc:spChg>
        <pc:picChg chg="add mod">
          <ac:chgData name="Mario Aragón Valderrama" userId="ab42593c9091a3c7" providerId="LiveId" clId="{A94EC9C8-FC2E-45B4-829C-AEB6B286F687}" dt="2025-10-31T11:28:08.508" v="4431" actId="14100"/>
          <ac:picMkLst>
            <pc:docMk/>
            <pc:sldMk cId="510076081" sldId="275"/>
            <ac:picMk id="6" creationId="{8CB74838-D0CC-6D08-1412-427DC3E2AD51}"/>
          </ac:picMkLst>
        </pc:picChg>
        <pc:picChg chg="add mod">
          <ac:chgData name="Mario Aragón Valderrama" userId="ab42593c9091a3c7" providerId="LiveId" clId="{A94EC9C8-FC2E-45B4-829C-AEB6B286F687}" dt="2025-10-31T11:28:11.084" v="4432" actId="14100"/>
          <ac:picMkLst>
            <pc:docMk/>
            <pc:sldMk cId="510076081" sldId="275"/>
            <ac:picMk id="8" creationId="{71EB766D-3C21-531E-D366-E4400B816191}"/>
          </ac:picMkLst>
        </pc:picChg>
      </pc:sldChg>
      <pc:sldChg chg="addSp modSp add mod">
        <pc:chgData name="Mario Aragón Valderrama" userId="ab42593c9091a3c7" providerId="LiveId" clId="{A94EC9C8-FC2E-45B4-829C-AEB6B286F687}" dt="2025-11-01T10:09:46.458" v="9474" actId="1076"/>
        <pc:sldMkLst>
          <pc:docMk/>
          <pc:sldMk cId="2847445187" sldId="276"/>
        </pc:sldMkLst>
        <pc:spChg chg="add mod">
          <ac:chgData name="Mario Aragón Valderrama" userId="ab42593c9091a3c7" providerId="LiveId" clId="{A94EC9C8-FC2E-45B4-829C-AEB6B286F687}" dt="2025-11-01T10:09:12.932" v="9467" actId="21"/>
          <ac:spMkLst>
            <pc:docMk/>
            <pc:sldMk cId="2847445187" sldId="276"/>
            <ac:spMk id="2" creationId="{5DC7541B-2A18-96CC-C402-B28CE1DC2D53}"/>
          </ac:spMkLst>
        </pc:spChg>
        <pc:spChg chg="add mod">
          <ac:chgData name="Mario Aragón Valderrama" userId="ab42593c9091a3c7" providerId="LiveId" clId="{A94EC9C8-FC2E-45B4-829C-AEB6B286F687}" dt="2025-11-01T10:09:46.458" v="9474" actId="1076"/>
          <ac:spMkLst>
            <pc:docMk/>
            <pc:sldMk cId="2847445187" sldId="276"/>
            <ac:spMk id="3" creationId="{2D950360-EF11-CB26-4AFA-7F7280BA4019}"/>
          </ac:spMkLst>
        </pc:spChg>
        <pc:spChg chg="mod">
          <ac:chgData name="Mario Aragón Valderrama" userId="ab42593c9091a3c7" providerId="LiveId" clId="{A94EC9C8-FC2E-45B4-829C-AEB6B286F687}" dt="2025-10-31T11:39:26.212" v="5608" actId="1076"/>
          <ac:spMkLst>
            <pc:docMk/>
            <pc:sldMk cId="2847445187" sldId="276"/>
            <ac:spMk id="633" creationId="{78E54363-0A7F-3955-B716-86EE04B3F77F}"/>
          </ac:spMkLst>
        </pc:spChg>
      </pc:sldChg>
      <pc:sldChg chg="addSp delSp modSp add mod">
        <pc:chgData name="Mario Aragón Valderrama" userId="ab42593c9091a3c7" providerId="LiveId" clId="{A94EC9C8-FC2E-45B4-829C-AEB6B286F687}" dt="2025-10-31T12:56:18.371" v="8028" actId="1076"/>
        <pc:sldMkLst>
          <pc:docMk/>
          <pc:sldMk cId="96848898" sldId="277"/>
        </pc:sldMkLst>
        <pc:spChg chg="add mod">
          <ac:chgData name="Mario Aragón Valderrama" userId="ab42593c9091a3c7" providerId="LiveId" clId="{A94EC9C8-FC2E-45B4-829C-AEB6B286F687}" dt="2025-10-31T12:50:27.701" v="7804" actId="20577"/>
          <ac:spMkLst>
            <pc:docMk/>
            <pc:sldMk cId="96848898" sldId="277"/>
            <ac:spMk id="2" creationId="{850C95A2-487A-DD08-1994-9119B199CE78}"/>
          </ac:spMkLst>
        </pc:spChg>
        <pc:spChg chg="add mod">
          <ac:chgData name="Mario Aragón Valderrama" userId="ab42593c9091a3c7" providerId="LiveId" clId="{A94EC9C8-FC2E-45B4-829C-AEB6B286F687}" dt="2025-10-31T12:55:38.566" v="8019" actId="1076"/>
          <ac:spMkLst>
            <pc:docMk/>
            <pc:sldMk cId="96848898" sldId="277"/>
            <ac:spMk id="9" creationId="{51263BE0-F9B9-D8D0-3B0A-0A88CEDFD45D}"/>
          </ac:spMkLst>
        </pc:spChg>
        <pc:spChg chg="add mod">
          <ac:chgData name="Mario Aragón Valderrama" userId="ab42593c9091a3c7" providerId="LiveId" clId="{A94EC9C8-FC2E-45B4-829C-AEB6B286F687}" dt="2025-10-31T12:54:07.565" v="8011" actId="20577"/>
          <ac:spMkLst>
            <pc:docMk/>
            <pc:sldMk cId="96848898" sldId="277"/>
            <ac:spMk id="10" creationId="{CB8960E5-90AD-AE6F-6756-4BF481848451}"/>
          </ac:spMkLst>
        </pc:spChg>
        <pc:spChg chg="add mod">
          <ac:chgData name="Mario Aragón Valderrama" userId="ab42593c9091a3c7" providerId="LiveId" clId="{A94EC9C8-FC2E-45B4-829C-AEB6B286F687}" dt="2025-10-31T12:55:42.304" v="8021" actId="1076"/>
          <ac:spMkLst>
            <pc:docMk/>
            <pc:sldMk cId="96848898" sldId="277"/>
            <ac:spMk id="11" creationId="{6AD0D5AA-59C3-51F4-0CA3-5085BFED3E06}"/>
          </ac:spMkLst>
        </pc:spChg>
        <pc:spChg chg="add mod">
          <ac:chgData name="Mario Aragón Valderrama" userId="ab42593c9091a3c7" providerId="LiveId" clId="{A94EC9C8-FC2E-45B4-829C-AEB6B286F687}" dt="2025-10-31T12:56:18.371" v="8028" actId="1076"/>
          <ac:spMkLst>
            <pc:docMk/>
            <pc:sldMk cId="96848898" sldId="277"/>
            <ac:spMk id="16" creationId="{A04C3FC8-534D-282D-E8B8-7A80F41C547F}"/>
          </ac:spMkLst>
        </pc:spChg>
        <pc:spChg chg="mod">
          <ac:chgData name="Mario Aragón Valderrama" userId="ab42593c9091a3c7" providerId="LiveId" clId="{A94EC9C8-FC2E-45B4-829C-AEB6B286F687}" dt="2025-10-31T12:53:18.641" v="7861" actId="1076"/>
          <ac:spMkLst>
            <pc:docMk/>
            <pc:sldMk cId="96848898" sldId="277"/>
            <ac:spMk id="633" creationId="{7C4B54FB-1DBD-071B-42BB-FDCCA4B52BAC}"/>
          </ac:spMkLst>
        </pc:spChg>
        <pc:picChg chg="add mod">
          <ac:chgData name="Mario Aragón Valderrama" userId="ab42593c9091a3c7" providerId="LiveId" clId="{A94EC9C8-FC2E-45B4-829C-AEB6B286F687}" dt="2025-10-31T12:55:37.303" v="8018" actId="14100"/>
          <ac:picMkLst>
            <pc:docMk/>
            <pc:sldMk cId="96848898" sldId="277"/>
            <ac:picMk id="6" creationId="{CAA4D302-3728-C348-1B0F-95C66B65D0F8}"/>
          </ac:picMkLst>
        </pc:picChg>
        <pc:picChg chg="add mod">
          <ac:chgData name="Mario Aragón Valderrama" userId="ab42593c9091a3c7" providerId="LiveId" clId="{A94EC9C8-FC2E-45B4-829C-AEB6B286F687}" dt="2025-10-31T12:55:40.071" v="8020" actId="1076"/>
          <ac:picMkLst>
            <pc:docMk/>
            <pc:sldMk cId="96848898" sldId="277"/>
            <ac:picMk id="8" creationId="{EFE9C1C0-BC77-C605-271B-8BF916B4DF5D}"/>
          </ac:picMkLst>
        </pc:picChg>
        <pc:picChg chg="add mod">
          <ac:chgData name="Mario Aragón Valderrama" userId="ab42593c9091a3c7" providerId="LiveId" clId="{A94EC9C8-FC2E-45B4-829C-AEB6B286F687}" dt="2025-10-31T12:55:46.546" v="8023" actId="14100"/>
          <ac:picMkLst>
            <pc:docMk/>
            <pc:sldMk cId="96848898" sldId="277"/>
            <ac:picMk id="13" creationId="{8BEEE918-019D-2D4E-8CB9-46C84E615698}"/>
          </ac:picMkLst>
        </pc:picChg>
        <pc:picChg chg="add mod">
          <ac:chgData name="Mario Aragón Valderrama" userId="ab42593c9091a3c7" providerId="LiveId" clId="{A94EC9C8-FC2E-45B4-829C-AEB6B286F687}" dt="2025-10-31T12:55:48.496" v="8024" actId="1076"/>
          <ac:picMkLst>
            <pc:docMk/>
            <pc:sldMk cId="96848898" sldId="277"/>
            <ac:picMk id="15" creationId="{F1EAD923-4663-2DF2-5645-25E9EBBFBE0D}"/>
          </ac:picMkLst>
        </pc:picChg>
      </pc:sldChg>
      <pc:sldChg chg="addSp delSp modSp add mod">
        <pc:chgData name="Mario Aragón Valderrama" userId="ab42593c9091a3c7" providerId="LiveId" clId="{A94EC9C8-FC2E-45B4-829C-AEB6B286F687}" dt="2025-10-31T13:21:45.430" v="9015" actId="20577"/>
        <pc:sldMkLst>
          <pc:docMk/>
          <pc:sldMk cId="2665368765" sldId="278"/>
        </pc:sldMkLst>
        <pc:spChg chg="add mod">
          <ac:chgData name="Mario Aragón Valderrama" userId="ab42593c9091a3c7" providerId="LiveId" clId="{A94EC9C8-FC2E-45B4-829C-AEB6B286F687}" dt="2025-10-31T12:40:53.232" v="7566" actId="20577"/>
          <ac:spMkLst>
            <pc:docMk/>
            <pc:sldMk cId="2665368765" sldId="278"/>
            <ac:spMk id="2" creationId="{D604109C-7A83-7410-C1FE-F6FB65CB1BAD}"/>
          </ac:spMkLst>
        </pc:spChg>
        <pc:spChg chg="add mod">
          <ac:chgData name="Mario Aragón Valderrama" userId="ab42593c9091a3c7" providerId="LiveId" clId="{A94EC9C8-FC2E-45B4-829C-AEB6B286F687}" dt="2025-10-31T13:12:21.890" v="8446" actId="255"/>
          <ac:spMkLst>
            <pc:docMk/>
            <pc:sldMk cId="2665368765" sldId="278"/>
            <ac:spMk id="3" creationId="{3F0E4919-B4FB-64E2-AEFB-C557656BB033}"/>
          </ac:spMkLst>
        </pc:spChg>
        <pc:spChg chg="add mod">
          <ac:chgData name="Mario Aragón Valderrama" userId="ab42593c9091a3c7" providerId="LiveId" clId="{A94EC9C8-FC2E-45B4-829C-AEB6B286F687}" dt="2025-10-31T13:21:45.430" v="9015" actId="20577"/>
          <ac:spMkLst>
            <pc:docMk/>
            <pc:sldMk cId="2665368765" sldId="278"/>
            <ac:spMk id="8" creationId="{D0841C18-B399-C215-D4D4-8610F482EDA2}"/>
          </ac:spMkLst>
        </pc:spChg>
        <pc:picChg chg="add mod">
          <ac:chgData name="Mario Aragón Valderrama" userId="ab42593c9091a3c7" providerId="LiveId" clId="{A94EC9C8-FC2E-45B4-829C-AEB6B286F687}" dt="2025-10-31T13:12:25.131" v="8447" actId="1076"/>
          <ac:picMkLst>
            <pc:docMk/>
            <pc:sldMk cId="2665368765" sldId="278"/>
            <ac:picMk id="7" creationId="{9B9E24F2-CFA5-8337-CB06-8FA0C27089D4}"/>
          </ac:picMkLst>
        </pc:picChg>
      </pc:sldChg>
      <pc:sldChg chg="addSp modSp add mod">
        <pc:chgData name="Mario Aragón Valderrama" userId="ab42593c9091a3c7" providerId="LiveId" clId="{A94EC9C8-FC2E-45B4-829C-AEB6B286F687}" dt="2025-10-31T12:19:21.016" v="7511" actId="20577"/>
        <pc:sldMkLst>
          <pc:docMk/>
          <pc:sldMk cId="192883723" sldId="279"/>
        </pc:sldMkLst>
        <pc:spChg chg="add mod">
          <ac:chgData name="Mario Aragón Valderrama" userId="ab42593c9091a3c7" providerId="LiveId" clId="{A94EC9C8-FC2E-45B4-829C-AEB6B286F687}" dt="2025-10-31T12:19:21.016" v="7511" actId="20577"/>
          <ac:spMkLst>
            <pc:docMk/>
            <pc:sldMk cId="192883723" sldId="279"/>
            <ac:spMk id="2" creationId="{A3CCF44F-B8BF-18DD-610B-AC1D8BFF48EF}"/>
          </ac:spMkLst>
        </pc:spChg>
        <pc:spChg chg="mod">
          <ac:chgData name="Mario Aragón Valderrama" userId="ab42593c9091a3c7" providerId="LiveId" clId="{A94EC9C8-FC2E-45B4-829C-AEB6B286F687}" dt="2025-10-31T11:57:01.337" v="6907" actId="1076"/>
          <ac:spMkLst>
            <pc:docMk/>
            <pc:sldMk cId="192883723" sldId="279"/>
            <ac:spMk id="633" creationId="{88BF07B4-089D-2999-03B1-E61BC35ADFED}"/>
          </ac:spMkLst>
        </pc:spChg>
      </pc:sldChg>
      <pc:sldChg chg="addSp delSp modSp add mod modClrScheme chgLayout">
        <pc:chgData name="Mario Aragón Valderrama" userId="ab42593c9091a3c7" providerId="LiveId" clId="{A94EC9C8-FC2E-45B4-829C-AEB6B286F687}" dt="2025-10-31T12:19:59.146" v="7520" actId="115"/>
        <pc:sldMkLst>
          <pc:docMk/>
          <pc:sldMk cId="3729417740" sldId="280"/>
        </pc:sldMkLst>
        <pc:spChg chg="mod ord">
          <ac:chgData name="Mario Aragón Valderrama" userId="ab42593c9091a3c7" providerId="LiveId" clId="{A94EC9C8-FC2E-45B4-829C-AEB6B286F687}" dt="2025-10-31T12:13:39.573" v="7279" actId="1076"/>
          <ac:spMkLst>
            <pc:docMk/>
            <pc:sldMk cId="3729417740" sldId="280"/>
            <ac:spMk id="59" creationId="{272A9B48-06CD-BA0E-9761-7A83F9A0C7F5}"/>
          </ac:spMkLst>
        </pc:spChg>
        <pc:spChg chg="add mod ord">
          <ac:chgData name="Mario Aragón Valderrama" userId="ab42593c9091a3c7" providerId="LiveId" clId="{A94EC9C8-FC2E-45B4-829C-AEB6B286F687}" dt="2025-10-31T12:13:39.573" v="7279" actId="1076"/>
          <ac:spMkLst>
            <pc:docMk/>
            <pc:sldMk cId="3729417740" sldId="280"/>
            <ac:spMk id="63" creationId="{DAAC3287-95C6-BA1F-9A87-A2ACA773479C}"/>
          </ac:spMkLst>
        </pc:spChg>
        <pc:spChg chg="mod ord">
          <ac:chgData name="Mario Aragón Valderrama" userId="ab42593c9091a3c7" providerId="LiveId" clId="{A94EC9C8-FC2E-45B4-829C-AEB6B286F687}" dt="2025-10-31T12:14:52.576" v="7297" actId="1076"/>
          <ac:spMkLst>
            <pc:docMk/>
            <pc:sldMk cId="3729417740" sldId="280"/>
            <ac:spMk id="583" creationId="{160C52B2-04F8-173B-FD6B-C29FC57BF3F5}"/>
          </ac:spMkLst>
        </pc:spChg>
        <pc:spChg chg="mod ord">
          <ac:chgData name="Mario Aragón Valderrama" userId="ab42593c9091a3c7" providerId="LiveId" clId="{A94EC9C8-FC2E-45B4-829C-AEB6B286F687}" dt="2025-10-31T12:14:36.650" v="7294" actId="166"/>
          <ac:spMkLst>
            <pc:docMk/>
            <pc:sldMk cId="3729417740" sldId="280"/>
            <ac:spMk id="587" creationId="{F5FADC25-6962-68E7-217A-0BA156D5F24E}"/>
          </ac:spMkLst>
        </pc:spChg>
        <pc:spChg chg="mod">
          <ac:chgData name="Mario Aragón Valderrama" userId="ab42593c9091a3c7" providerId="LiveId" clId="{A94EC9C8-FC2E-45B4-829C-AEB6B286F687}" dt="2025-10-31T12:00:01.427" v="6926"/>
          <ac:spMkLst>
            <pc:docMk/>
            <pc:sldMk cId="3729417740" sldId="280"/>
            <ac:spMk id="619" creationId="{AB150971-3AFF-C959-ACCF-A54E6949A937}"/>
          </ac:spMkLst>
        </pc:spChg>
        <pc:spChg chg="add mod">
          <ac:chgData name="Mario Aragón Valderrama" userId="ab42593c9091a3c7" providerId="LiveId" clId="{A94EC9C8-FC2E-45B4-829C-AEB6B286F687}" dt="2025-10-31T12:17:18.421" v="7487" actId="1076"/>
          <ac:spMkLst>
            <pc:docMk/>
            <pc:sldMk cId="3729417740" sldId="280"/>
            <ac:spMk id="631" creationId="{7AA7058E-9BE2-849D-0A76-2B2D241AFF6D}"/>
          </ac:spMkLst>
        </pc:spChg>
        <pc:spChg chg="add mod">
          <ac:chgData name="Mario Aragón Valderrama" userId="ab42593c9091a3c7" providerId="LiveId" clId="{A94EC9C8-FC2E-45B4-829C-AEB6B286F687}" dt="2025-10-31T12:16:31.116" v="7483" actId="404"/>
          <ac:spMkLst>
            <pc:docMk/>
            <pc:sldMk cId="3729417740" sldId="280"/>
            <ac:spMk id="632" creationId="{710A3BEA-2604-24E5-30E8-C13F32D4BE4C}"/>
          </ac:spMkLst>
        </pc:spChg>
        <pc:spChg chg="mod ord">
          <ac:chgData name="Mario Aragón Valderrama" userId="ab42593c9091a3c7" providerId="LiveId" clId="{A94EC9C8-FC2E-45B4-829C-AEB6B286F687}" dt="2025-10-31T12:06:32.496" v="7027" actId="1076"/>
          <ac:spMkLst>
            <pc:docMk/>
            <pc:sldMk cId="3729417740" sldId="280"/>
            <ac:spMk id="633" creationId="{F6C12439-9695-5DCC-5484-455797F0DD0A}"/>
          </ac:spMkLst>
        </pc:spChg>
        <pc:spChg chg="add mod">
          <ac:chgData name="Mario Aragón Valderrama" userId="ab42593c9091a3c7" providerId="LiveId" clId="{A94EC9C8-FC2E-45B4-829C-AEB6B286F687}" dt="2025-10-31T12:19:59.146" v="7520" actId="115"/>
          <ac:spMkLst>
            <pc:docMk/>
            <pc:sldMk cId="3729417740" sldId="280"/>
            <ac:spMk id="634" creationId="{51011016-44F2-FE07-8AF0-A81903637A7B}"/>
          </ac:spMkLst>
        </pc:spChg>
        <pc:grpChg chg="mod">
          <ac:chgData name="Mario Aragón Valderrama" userId="ab42593c9091a3c7" providerId="LiveId" clId="{A94EC9C8-FC2E-45B4-829C-AEB6B286F687}" dt="2025-10-31T12:13:39.573" v="7279" actId="1076"/>
          <ac:grpSpMkLst>
            <pc:docMk/>
            <pc:sldMk cId="3729417740" sldId="280"/>
            <ac:grpSpMk id="616" creationId="{211B4FB1-DED4-BE7B-08DF-63276B9D3A7C}"/>
          </ac:grpSpMkLst>
        </pc:grpChg>
        <pc:picChg chg="add mod">
          <ac:chgData name="Mario Aragón Valderrama" userId="ab42593c9091a3c7" providerId="LiveId" clId="{A94EC9C8-FC2E-45B4-829C-AEB6B286F687}" dt="2025-10-31T12:13:39.573" v="7279" actId="1076"/>
          <ac:picMkLst>
            <pc:docMk/>
            <pc:sldMk cId="3729417740" sldId="280"/>
            <ac:picMk id="628" creationId="{0049D36F-5CE6-EB69-3EFF-B0FC9696B8D3}"/>
          </ac:picMkLst>
        </pc:picChg>
        <pc:picChg chg="add mod">
          <ac:chgData name="Mario Aragón Valderrama" userId="ab42593c9091a3c7" providerId="LiveId" clId="{A94EC9C8-FC2E-45B4-829C-AEB6B286F687}" dt="2025-10-31T12:14:30.806" v="7292" actId="14100"/>
          <ac:picMkLst>
            <pc:docMk/>
            <pc:sldMk cId="3729417740" sldId="280"/>
            <ac:picMk id="630" creationId="{D6958A06-027A-312F-9B3B-4479111747AE}"/>
          </ac:picMkLst>
        </pc:picChg>
      </pc:sldChg>
      <pc:sldChg chg="modSp add">
        <pc:chgData name="Mario Aragón Valderrama" userId="ab42593c9091a3c7" providerId="LiveId" clId="{A94EC9C8-FC2E-45B4-829C-AEB6B286F687}" dt="2025-10-31T11:11:25.029" v="2790"/>
        <pc:sldMkLst>
          <pc:docMk/>
          <pc:sldMk cId="2941773835" sldId="281"/>
        </pc:sldMkLst>
        <pc:spChg chg="mod">
          <ac:chgData name="Mario Aragón Valderrama" userId="ab42593c9091a3c7" providerId="LiveId" clId="{A94EC9C8-FC2E-45B4-829C-AEB6B286F687}" dt="2025-10-31T11:11:25.029" v="2790"/>
          <ac:spMkLst>
            <pc:docMk/>
            <pc:sldMk cId="2941773835" sldId="281"/>
            <ac:spMk id="633" creationId="{D2F30AEF-5FFA-6775-646D-F971A970963C}"/>
          </ac:spMkLst>
        </pc:spChg>
      </pc:sldChg>
      <pc:sldChg chg="addSp delSp modSp add mod">
        <pc:chgData name="Mario Aragón Valderrama" userId="ab42593c9091a3c7" providerId="LiveId" clId="{A94EC9C8-FC2E-45B4-829C-AEB6B286F687}" dt="2025-11-05T09:16:41.744" v="9476" actId="22"/>
        <pc:sldMkLst>
          <pc:docMk/>
          <pc:sldMk cId="224675658" sldId="282"/>
        </pc:sldMkLst>
        <pc:picChg chg="add del">
          <ac:chgData name="Mario Aragón Valderrama" userId="ab42593c9091a3c7" providerId="LiveId" clId="{A94EC9C8-FC2E-45B4-829C-AEB6B286F687}" dt="2025-11-05T09:16:41.744" v="9476" actId="22"/>
          <ac:picMkLst>
            <pc:docMk/>
            <pc:sldMk cId="224675658" sldId="282"/>
            <ac:picMk id="3" creationId="{C14165EC-58F9-5396-F62A-40F8AFE6EC2E}"/>
          </ac:picMkLst>
        </pc:picChg>
      </pc:sldChg>
      <pc:sldChg chg="modSp add">
        <pc:chgData name="Mario Aragón Valderrama" userId="ab42593c9091a3c7" providerId="LiveId" clId="{A94EC9C8-FC2E-45B4-829C-AEB6B286F687}" dt="2025-10-31T11:12:07.683" v="2805"/>
        <pc:sldMkLst>
          <pc:docMk/>
          <pc:sldMk cId="804811583" sldId="284"/>
        </pc:sldMkLst>
        <pc:spChg chg="mod">
          <ac:chgData name="Mario Aragón Valderrama" userId="ab42593c9091a3c7" providerId="LiveId" clId="{A94EC9C8-FC2E-45B4-829C-AEB6B286F687}" dt="2025-10-31T11:12:07.683" v="2805"/>
          <ac:spMkLst>
            <pc:docMk/>
            <pc:sldMk cId="804811583" sldId="284"/>
            <ac:spMk id="633" creationId="{DC5D79E9-BDAD-F1DC-A98F-4B21D1728099}"/>
          </ac:spMkLst>
        </pc:spChg>
      </pc:sldChg>
      <pc:sldMasterChg chg="addSldLayout delSldLayout">
        <pc:chgData name="Mario Aragón Valderrama" userId="ab42593c9091a3c7" providerId="LiveId" clId="{A94EC9C8-FC2E-45B4-829C-AEB6B286F687}" dt="2025-10-31T09:26:26.352" v="16" actId="47"/>
        <pc:sldMasterMkLst>
          <pc:docMk/>
          <pc:sldMasterMk cId="0" sldId="2147483665"/>
        </pc:sldMasterMkLst>
        <pc:sldLayoutChg chg="add del">
          <pc:chgData name="Mario Aragón Valderrama" userId="ab42593c9091a3c7" providerId="LiveId" clId="{A94EC9C8-FC2E-45B4-829C-AEB6B286F687}" dt="2025-10-31T09:26:26.352" v="16" actId="47"/>
          <pc:sldLayoutMkLst>
            <pc:docMk/>
            <pc:sldMasterMk cId="0" sldId="2147483665"/>
            <pc:sldLayoutMk cId="0" sldId="2147483652"/>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type="parTrans" cxnId="{F5BFB7A7-DA96-4B2A-A712-D49E9BEFF153}">
      <dgm:prSet/>
      <dgm:spPr/>
      <dgm:t>
        <a:bodyPr/>
        <a:lstStyle/>
        <a:p>
          <a:endParaRPr lang="es-ES" sz="2400"/>
        </a:p>
      </dgm:t>
    </dgm:pt>
    <dgm:pt modelId="{EA306326-FF63-4C8E-B58E-DE3A1AA8769B}" type="sibTrans" cxnId="{F5BFB7A7-DA96-4B2A-A712-D49E9BEFF153}">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type="parTrans" cxnId="{5D3C7EBA-3675-4CB3-B786-118349DD30C3}">
      <dgm:prSet/>
      <dgm:spPr/>
      <dgm:t>
        <a:bodyPr/>
        <a:lstStyle/>
        <a:p>
          <a:endParaRPr lang="es-ES" sz="2400"/>
        </a:p>
      </dgm:t>
    </dgm:pt>
    <dgm:pt modelId="{F275AD60-A384-48A0-84C2-5A1E5ABDC251}" type="sibTrans" cxnId="{5D3C7EBA-3675-4CB3-B786-118349DD30C3}">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type="parTrans" cxnId="{986064BB-FA05-4630-8B08-E86CDE1769AB}">
      <dgm:prSet/>
      <dgm:spPr/>
      <dgm:t>
        <a:bodyPr/>
        <a:lstStyle/>
        <a:p>
          <a:endParaRPr lang="es-ES"/>
        </a:p>
      </dgm:t>
    </dgm:pt>
    <dgm:pt modelId="{4D87072F-125F-4294-883C-54F5E9CD8B1C}" type="sibTrans" cxnId="{986064BB-FA05-4630-8B08-E86CDE1769AB}">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type="parTrans" cxnId="{C1FA232B-B25A-4818-9BCD-DEBE45316E2F}">
      <dgm:prSet/>
      <dgm:spPr/>
      <dgm:t>
        <a:bodyPr/>
        <a:lstStyle/>
        <a:p>
          <a:endParaRPr lang="es-ES"/>
        </a:p>
      </dgm:t>
    </dgm:pt>
    <dgm:pt modelId="{05CE11E1-ACF9-4DAF-930B-ADCD600844E6}" type="sibTrans" cxnId="{C1FA232B-B25A-4818-9BCD-DEBE45316E2F}">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Análisis exploratorio de datos –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pre-imputación</a:t>
          </a:r>
          <a:r>
            <a:rPr lang="es-ES" sz="800" kern="1200" dirty="0"/>
            <a:t>: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Imputación de valores faltantes – Mario y Laura</a:t>
          </a:r>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post-imputación</a:t>
          </a:r>
          <a:r>
            <a:rPr lang="es-ES" sz="800" kern="1200" dirty="0"/>
            <a:t> – Mario, Laura y Melissa</a:t>
          </a:r>
        </a:p>
        <a:p>
          <a:pPr marL="0" lvl="0" indent="0" algn="l" defTabSz="355600">
            <a:lnSpc>
              <a:spcPct val="90000"/>
            </a:lnSpc>
            <a:spcBef>
              <a:spcPct val="0"/>
            </a:spcBef>
            <a:spcAft>
              <a:spcPct val="35000"/>
            </a:spcAft>
            <a:buNone/>
          </a:pPr>
          <a:r>
            <a:rPr lang="es-ES" sz="800" kern="1200" dirty="0"/>
            <a:t>Ingeniería de variables –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Modelado y evaluación de sus KPI</a:t>
          </a:r>
        </a:p>
        <a:p>
          <a:pPr marL="57150" lvl="1" indent="-57150" algn="l" defTabSz="311150">
            <a:lnSpc>
              <a:spcPct val="90000"/>
            </a:lnSpc>
            <a:spcBef>
              <a:spcPct val="0"/>
            </a:spcBef>
            <a:spcAft>
              <a:spcPct val="15000"/>
            </a:spcAft>
            <a:buChar char="•"/>
          </a:pPr>
          <a:r>
            <a:rPr lang="es-ES" sz="700" kern="1200" dirty="0"/>
            <a:t>Método KNN – </a:t>
          </a:r>
          <a:r>
            <a:rPr lang="es-ES" sz="700" kern="1200" dirty="0" err="1"/>
            <a:t>Siling</a:t>
          </a:r>
          <a:r>
            <a:rPr lang="es-ES" sz="700" kern="1200" dirty="0"/>
            <a:t> y Laura</a:t>
          </a:r>
        </a:p>
        <a:p>
          <a:pPr marL="57150" lvl="1" indent="-57150" algn="l" defTabSz="311150">
            <a:lnSpc>
              <a:spcPct val="90000"/>
            </a:lnSpc>
            <a:spcBef>
              <a:spcPct val="0"/>
            </a:spcBef>
            <a:spcAft>
              <a:spcPct val="15000"/>
            </a:spcAft>
            <a:buChar char="•"/>
          </a:pPr>
          <a:r>
            <a:rPr lang="es-ES" sz="700" kern="1200" dirty="0"/>
            <a:t>Método </a:t>
          </a:r>
          <a:r>
            <a:rPr lang="es-ES" sz="700" kern="1200" dirty="0" err="1"/>
            <a:t>Naive</a:t>
          </a:r>
          <a:r>
            <a:rPr lang="es-ES" sz="700" kern="1200" dirty="0"/>
            <a:t> Bayes – Melissa y </a:t>
          </a:r>
          <a:r>
            <a:rPr lang="es-ES" sz="700" kern="1200" dirty="0" err="1"/>
            <a:t>Wenjia</a:t>
          </a:r>
          <a:endParaRPr lang="es-ES" sz="700" kern="1200" dirty="0"/>
        </a:p>
        <a:p>
          <a:pPr marL="57150" lvl="1" indent="-57150" algn="l" defTabSz="311150">
            <a:lnSpc>
              <a:spcPct val="90000"/>
            </a:lnSpc>
            <a:spcBef>
              <a:spcPct val="0"/>
            </a:spcBef>
            <a:spcAft>
              <a:spcPct val="15000"/>
            </a:spcAft>
            <a:buChar char="•"/>
          </a:pPr>
          <a:endParaRPr lang="es-ES" sz="700" kern="1200" dirty="0"/>
        </a:p>
        <a:p>
          <a:pPr marL="57150" lvl="1" indent="-57150" algn="l" defTabSz="311150">
            <a:lnSpc>
              <a:spcPct val="90000"/>
            </a:lnSpc>
            <a:spcBef>
              <a:spcPct val="0"/>
            </a:spcBef>
            <a:spcAft>
              <a:spcPct val="15000"/>
            </a:spcAft>
            <a:buChar char="•"/>
          </a:pPr>
          <a:r>
            <a:rPr lang="es-ES" sz="700" kern="1200" dirty="0"/>
            <a:t>Para cada método se ha probado diversas bases de datos con diferentes selecciones de variables para comprobar cuál es el mejor</a:t>
          </a: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6D33954B-CE5E-85B4-AEE6-B5A570018D3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72502E0E-B1E1-66BF-8A33-1D8AF6177A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A0F5CC6-AC8B-99FD-2849-E6AD751B9C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989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C634873-89C1-B667-B4FF-D04BF589D94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7108C43-DF47-01DD-BFE4-21BA4F8D2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A3DF2A-396F-1C9C-542D-A361B7DEDE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5473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0DBE889-C552-B74B-7563-32D01577C7A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A1F261E-255A-C564-3495-853A79A261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3D79D499-7264-4E07-DF6C-573EE7B812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9018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1" r:id="rId11"/>
    <p:sldLayoutId id="214748366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wen2111/Mineria.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(maragonvalderrama@gmail.com)</a:t>
            </a:r>
          </a:p>
          <a:p>
            <a:r>
              <a:rPr lang="es-ES" dirty="0">
                <a:solidFill>
                  <a:schemeClr val="tx1"/>
                </a:solidFill>
              </a:rPr>
              <a:t>- Laura Belmonte (Laura.Belmonte@estudiantat.upc.edu)</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p>
          <a:p>
            <a:r>
              <a:rPr lang="es-ES" dirty="0">
                <a:solidFill>
                  <a:schemeClr val="tx1"/>
                </a:solidFill>
              </a:rPr>
              <a:t>- Melissa Vargas (melissa.Vargas@estudiantat.upc.edu)</a:t>
            </a: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p>
          <a:p>
            <a:pPr marL="342900" indent="-342900">
              <a:buFontTx/>
              <a:buChar char="-"/>
            </a:pPr>
            <a:endParaRPr lang="es-ES" dirty="0">
              <a:solidFill>
                <a:schemeClr val="tx1"/>
              </a:solidFill>
            </a:endParaRPr>
          </a:p>
          <a:p>
            <a:r>
              <a:rPr lang="es-ES" dirty="0">
                <a:solidFill>
                  <a:schemeClr val="tx1"/>
                </a:solidFill>
                <a:highlight>
                  <a:srgbClr val="FFFF00"/>
                </a:highlight>
                <a:hlinkClick r:id="rId3"/>
              </a:rPr>
              <a:t>Enlace </a:t>
            </a:r>
            <a:r>
              <a:rPr lang="es-ES" dirty="0" err="1">
                <a:solidFill>
                  <a:schemeClr val="tx1"/>
                </a:solidFill>
                <a:highlight>
                  <a:srgbClr val="FFFF00"/>
                </a:highlight>
                <a:hlinkClick r:id="rId3"/>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a:extLst>
              <a:ext uri="{FF2B5EF4-FFF2-40B4-BE49-F238E27FC236}">
                <a16:creationId xmlns:a16="http://schemas.microsoft.com/office/drawing/2014/main" id="{5EF82306-C561-E459-74E9-8E94BD154FAB}"/>
              </a:ext>
            </a:extLst>
          </p:cNvPr>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p>
          <a:p>
            <a:endParaRPr lang="es-ES" sz="1200" dirty="0"/>
          </a:p>
          <a:p>
            <a:pPr marL="285750" indent="-285750">
              <a:buFont typeface="Wingdings" panose="05000000000000000000" pitchFamily="2" charset="2"/>
              <a:buChar char="§"/>
            </a:pPr>
            <a:r>
              <a:rPr lang="es-ES" sz="1200" b="1" dirty="0"/>
              <a:t>Resumen del problema: </a:t>
            </a:r>
          </a:p>
          <a:p>
            <a:pPr lvl="3"/>
            <a:r>
              <a:rPr lang="es-ES" sz="1200" dirty="0"/>
              <a:t>Construir un modelo predictivo que ayude a clasificar los clientes de un banco en función de su riesgo de abandono a partir de una serie de variables sobre el mismo cliente.</a:t>
            </a:r>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a:t>
            </a:r>
            <a:r>
              <a:rPr lang="es-ES" sz="1600" b="1" dirty="0"/>
              <a:t>F1-Score</a:t>
            </a:r>
            <a:r>
              <a:rPr lang="es-ES" sz="1200" dirty="0"/>
              <a:t>, AUC-ROC</a:t>
            </a:r>
          </a:p>
          <a:p>
            <a:endParaRPr lang="es-ES" sz="1200" dirty="0"/>
          </a:p>
          <a:p>
            <a:pPr marL="285750" indent="-285750">
              <a:buFont typeface="Wingdings" panose="05000000000000000000" pitchFamily="2" charset="2"/>
              <a:buChar char="§"/>
            </a:pPr>
            <a:r>
              <a:rPr lang="es-ES" sz="1200" b="1" strike="sngStrike" dirty="0"/>
              <a:t>KPI de negocio:</a:t>
            </a:r>
          </a:p>
          <a:p>
            <a:r>
              <a:rPr lang="es-ES" sz="1200" strike="sngStrike" dirty="0"/>
              <a:t>Tasa de retención</a:t>
            </a:r>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3139321"/>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solidFill>
                <a:srgbClr val="0070C0"/>
              </a:solidFill>
            </a:endParaRPr>
          </a:p>
          <a:p>
            <a:pPr lvl="1"/>
            <a:r>
              <a:rPr lang="es-ES" dirty="0"/>
              <a:t>Un primer análisis exploratorio de los NA evidenció que todas las variables (excepto ID) </a:t>
            </a:r>
            <a:r>
              <a:rPr lang="es-ES" sz="1600" b="1" dirty="0"/>
              <a:t>tenían un 30% de valores faltantes.</a:t>
            </a:r>
            <a:endParaRPr lang="es-ES" sz="1600" b="1"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1821" y="4234668"/>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3748389943"/>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81994" y="2363650"/>
            <a:ext cx="2750004" cy="2663526"/>
          </a:xfrm>
          <a:prstGeom prst="rect">
            <a:avLst/>
          </a:prstGeom>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860611" y="1244318"/>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1" y="1674840"/>
            <a:ext cx="3852000" cy="954107"/>
          </a:xfrm>
          <a:prstGeom prst="rect">
            <a:avLst/>
          </a:prstGeom>
          <a:noFill/>
        </p:spPr>
        <p:txBody>
          <a:bodyPr wrap="square" rtlCol="0">
            <a:spAutoFit/>
          </a:bodyPr>
          <a:lstStyle/>
          <a:p>
            <a:pPr algn="just"/>
            <a:r>
              <a:rPr lang="es-ES" dirty="0"/>
              <a:t>Entre variables numéricas únicamente se ha encontrado correlaciones significativas entre </a:t>
            </a:r>
            <a:r>
              <a:rPr lang="es-ES" b="1" dirty="0">
                <a:solidFill>
                  <a:srgbClr val="0070C0"/>
                </a:solidFill>
              </a:rPr>
              <a:t>número de quejas – satisfacción </a:t>
            </a:r>
            <a:r>
              <a:rPr lang="es-ES" dirty="0"/>
              <a:t>del cliente y </a:t>
            </a:r>
            <a:r>
              <a:rPr lang="es-ES" b="1" dirty="0">
                <a:solidFill>
                  <a:srgbClr val="00B050"/>
                </a:solidFill>
              </a:rPr>
              <a:t>número de productos – balance</a:t>
            </a:r>
            <a:r>
              <a:rPr lang="es-ES" dirty="0"/>
              <a:t>.</a:t>
            </a:r>
          </a:p>
        </p:txBody>
      </p:sp>
      <p:sp>
        <p:nvSpPr>
          <p:cNvPr id="9" name="CuadroTexto 8">
            <a:extLst>
              <a:ext uri="{FF2B5EF4-FFF2-40B4-BE49-F238E27FC236}">
                <a16:creationId xmlns:a16="http://schemas.microsoft.com/office/drawing/2014/main" id="{DF775A01-8C66-64FB-3CC2-F9073BE005FF}"/>
              </a:ext>
            </a:extLst>
          </p:cNvPr>
          <p:cNvSpPr txBox="1"/>
          <p:nvPr/>
        </p:nvSpPr>
        <p:spPr>
          <a:xfrm>
            <a:off x="4572000" y="3191587"/>
            <a:ext cx="3706368" cy="1600438"/>
          </a:xfrm>
          <a:prstGeom prst="rect">
            <a:avLst/>
          </a:prstGeom>
          <a:noFill/>
        </p:spPr>
        <p:txBody>
          <a:bodyPr wrap="square" rtlCol="0">
            <a:spAutoFit/>
          </a:bodyPr>
          <a:lstStyle/>
          <a:p>
            <a:pPr algn="just"/>
            <a:r>
              <a:rPr lang="es-ES" sz="1200" dirty="0"/>
              <a:t>Respecto a un </a:t>
            </a:r>
            <a:r>
              <a:rPr lang="es-ES" sz="1200" b="1" dirty="0"/>
              <a:t>análisis bivariante </a:t>
            </a:r>
            <a:r>
              <a:rPr lang="es-ES" sz="1200" dirty="0"/>
              <a:t>de </a:t>
            </a:r>
            <a:r>
              <a:rPr lang="es-ES" sz="1200" dirty="0" err="1"/>
              <a:t>Exited</a:t>
            </a:r>
            <a:r>
              <a:rPr lang="es-ES" sz="1200" dirty="0"/>
              <a:t> con las categóricas, únicamente se ha encontrado diferencias proporcionales en las variables </a:t>
            </a:r>
            <a:r>
              <a:rPr lang="es-ES" b="1" dirty="0" err="1">
                <a:solidFill>
                  <a:srgbClr val="FF0000"/>
                </a:solidFill>
              </a:rPr>
              <a:t>Geography</a:t>
            </a:r>
            <a:r>
              <a:rPr lang="es-ES" b="1" dirty="0">
                <a:solidFill>
                  <a:srgbClr val="FF0000"/>
                </a:solidFill>
              </a:rPr>
              <a:t>, </a:t>
            </a:r>
            <a:r>
              <a:rPr lang="es-ES" b="1" dirty="0" err="1">
                <a:solidFill>
                  <a:srgbClr val="FF0000"/>
                </a:solidFill>
              </a:rPr>
              <a:t>Gender</a:t>
            </a:r>
            <a:r>
              <a:rPr lang="es-ES" b="1" dirty="0">
                <a:solidFill>
                  <a:srgbClr val="FF0000"/>
                </a:solidFill>
              </a:rPr>
              <a:t> e </a:t>
            </a:r>
            <a:r>
              <a:rPr lang="es-ES" b="1" dirty="0" err="1">
                <a:solidFill>
                  <a:srgbClr val="FF0000"/>
                </a:solidFill>
              </a:rPr>
              <a:t>IsAcativeMember</a:t>
            </a:r>
            <a:r>
              <a:rPr lang="es-ES" dirty="0">
                <a:solidFill>
                  <a:srgbClr val="FF0000"/>
                </a:solidFill>
              </a:rPr>
              <a:t>.</a:t>
            </a:r>
            <a:r>
              <a:rPr lang="es-ES" sz="1200" dirty="0"/>
              <a:t> La columna gris es diferente para las categorías dentro de cada variable. Habrá que </a:t>
            </a:r>
            <a:r>
              <a:rPr lang="es-ES" sz="1200" dirty="0" err="1"/>
              <a:t>corrovorar</a:t>
            </a:r>
            <a:r>
              <a:rPr lang="es-ES" sz="1200" dirty="0"/>
              <a:t> esto mediante </a:t>
            </a:r>
            <a:r>
              <a:rPr lang="es-ES" sz="1200" dirty="0" err="1"/>
              <a:t>tests</a:t>
            </a:r>
            <a:r>
              <a:rPr lang="es-ES" sz="1200" dirty="0"/>
              <a:t> estadísticos.</a:t>
            </a:r>
          </a:p>
          <a:p>
            <a:endParaRPr lang="es-ES" sz="1200" dirty="0"/>
          </a:p>
        </p:txBody>
      </p:sp>
      <p:pic>
        <p:nvPicPr>
          <p:cNvPr id="5" name="Imagen 4">
            <a:extLst>
              <a:ext uri="{FF2B5EF4-FFF2-40B4-BE49-F238E27FC236}">
                <a16:creationId xmlns:a16="http://schemas.microsoft.com/office/drawing/2014/main" id="{545816A6-BAB6-B237-F022-CC94193D0CFE}"/>
              </a:ext>
            </a:extLst>
          </p:cNvPr>
          <p:cNvPicPr>
            <a:picLocks noChangeAspect="1"/>
          </p:cNvPicPr>
          <p:nvPr/>
        </p:nvPicPr>
        <p:blipFill>
          <a:blip r:embed="rId4"/>
          <a:stretch>
            <a:fillRect/>
          </a:stretch>
        </p:blipFill>
        <p:spPr>
          <a:xfrm>
            <a:off x="302361" y="3053286"/>
            <a:ext cx="1804845" cy="964034"/>
          </a:xfrm>
          <a:prstGeom prst="rect">
            <a:avLst/>
          </a:prstGeom>
        </p:spPr>
      </p:pic>
      <p:pic>
        <p:nvPicPr>
          <p:cNvPr id="10" name="Imagen 9">
            <a:extLst>
              <a:ext uri="{FF2B5EF4-FFF2-40B4-BE49-F238E27FC236}">
                <a16:creationId xmlns:a16="http://schemas.microsoft.com/office/drawing/2014/main" id="{031CE931-26BD-9490-4D12-F480EFE60CB0}"/>
              </a:ext>
            </a:extLst>
          </p:cNvPr>
          <p:cNvPicPr>
            <a:picLocks noChangeAspect="1"/>
          </p:cNvPicPr>
          <p:nvPr/>
        </p:nvPicPr>
        <p:blipFill>
          <a:blip r:embed="rId5"/>
          <a:stretch>
            <a:fillRect/>
          </a:stretch>
        </p:blipFill>
        <p:spPr>
          <a:xfrm>
            <a:off x="2411940" y="3070352"/>
            <a:ext cx="1653298" cy="860097"/>
          </a:xfrm>
          <a:prstGeom prst="rect">
            <a:avLst/>
          </a:prstGeom>
        </p:spPr>
      </p:pic>
      <p:pic>
        <p:nvPicPr>
          <p:cNvPr id="14" name="Imagen 13">
            <a:extLst>
              <a:ext uri="{FF2B5EF4-FFF2-40B4-BE49-F238E27FC236}">
                <a16:creationId xmlns:a16="http://schemas.microsoft.com/office/drawing/2014/main" id="{70EF435C-F3CC-8757-56C1-558E3CDEE0BA}"/>
              </a:ext>
            </a:extLst>
          </p:cNvPr>
          <p:cNvPicPr>
            <a:picLocks noChangeAspect="1"/>
          </p:cNvPicPr>
          <p:nvPr/>
        </p:nvPicPr>
        <p:blipFill>
          <a:blip r:embed="rId6"/>
          <a:stretch>
            <a:fillRect/>
          </a:stretch>
        </p:blipFill>
        <p:spPr>
          <a:xfrm>
            <a:off x="1381045" y="4017320"/>
            <a:ext cx="1857544" cy="981992"/>
          </a:xfrm>
          <a:prstGeom prst="rect">
            <a:avLst/>
          </a:prstGeom>
        </p:spPr>
      </p:pic>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475842" y="1360783"/>
            <a:ext cx="2472872" cy="1710193"/>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149613" y="1360783"/>
            <a:ext cx="2539822" cy="1710192"/>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6013526" y="1360783"/>
            <a:ext cx="2539822" cy="1384995"/>
          </a:xfrm>
          <a:prstGeom prst="rect">
            <a:avLst/>
          </a:prstGeom>
          <a:noFill/>
        </p:spPr>
        <p:txBody>
          <a:bodyPr wrap="square" rtlCol="0">
            <a:spAutoFit/>
          </a:bodyPr>
          <a:lstStyle/>
          <a:p>
            <a:pPr algn="just"/>
            <a:r>
              <a:rPr lang="es-ES" dirty="0"/>
              <a:t>Estos </a:t>
            </a:r>
            <a:r>
              <a:rPr lang="es-ES" dirty="0" err="1"/>
              <a:t>boxplots</a:t>
            </a:r>
            <a:r>
              <a:rPr lang="es-ES" dirty="0"/>
              <a:t> son ejemplos de variables numéricas con relaciones que (por ahora visualmente) sospechamos significativas para Explicar </a:t>
            </a:r>
            <a:r>
              <a:rPr lang="es-ES" dirty="0" err="1"/>
              <a:t>Exited</a:t>
            </a:r>
            <a:r>
              <a:rPr lang="es-ES" dirty="0"/>
              <a:t>. Son </a:t>
            </a:r>
            <a:r>
              <a:rPr lang="es-ES" b="1" dirty="0"/>
              <a:t>Edad</a:t>
            </a:r>
            <a:r>
              <a:rPr lang="es-ES" dirty="0"/>
              <a:t> y </a:t>
            </a:r>
            <a:r>
              <a:rPr lang="es-ES" b="1" dirty="0"/>
              <a:t>Balance</a:t>
            </a:r>
            <a:r>
              <a:rPr lang="es-ES" dirty="0"/>
              <a:t>.</a:t>
            </a:r>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6013525" y="3070976"/>
            <a:ext cx="2926080" cy="1815882"/>
          </a:xfrm>
          <a:prstGeom prst="rect">
            <a:avLst/>
          </a:prstGeom>
          <a:noFill/>
        </p:spPr>
        <p:txBody>
          <a:bodyPr wrap="square" rtlCol="0">
            <a:spAutoFit/>
          </a:bodyPr>
          <a:lstStyle/>
          <a:p>
            <a:pPr algn="just"/>
            <a:r>
              <a:rPr lang="es-ES" dirty="0"/>
              <a:t>Estos son algunos ejemplos de relaciones de variables que solo pueden ser explicados desde la </a:t>
            </a:r>
            <a:r>
              <a:rPr lang="es-ES" b="1" dirty="0"/>
              <a:t>artificialidad</a:t>
            </a:r>
            <a:r>
              <a:rPr lang="es-ES" dirty="0"/>
              <a:t> de la base de datos: una variable se ha creado a partir de la otra y por tanto sabemos que es imposible que ambas sean significativas conjuntamente.</a:t>
            </a:r>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7D72F2-7F0A-5EA7-05E6-B39A36A8529A}"/>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4E67A6DC-F5B2-EA88-5247-C9D91553210E}"/>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a:extLst>
              <a:ext uri="{FF2B5EF4-FFF2-40B4-BE49-F238E27FC236}">
                <a16:creationId xmlns:a16="http://schemas.microsoft.com/office/drawing/2014/main" id="{6E1CB8E1-A7AF-4194-E786-0C2B5FA8D536}"/>
              </a:ext>
            </a:extLst>
          </p:cNvPr>
          <p:cNvSpPr txBox="1"/>
          <p:nvPr/>
        </p:nvSpPr>
        <p:spPr>
          <a:xfrm>
            <a:off x="392653" y="757198"/>
            <a:ext cx="8358693" cy="1554272"/>
          </a:xfrm>
          <a:prstGeom prst="rect">
            <a:avLst/>
          </a:prstGeom>
          <a:noFill/>
        </p:spPr>
        <p:txBody>
          <a:bodyPr wrap="square" rtlCol="0">
            <a:spAutoFit/>
          </a:bodyPr>
          <a:lstStyle/>
          <a:p>
            <a:pPr algn="just"/>
            <a:r>
              <a:rPr lang="es-ES" sz="1100" dirty="0"/>
              <a:t>El test de MCAR nos permitió constatar que eran </a:t>
            </a:r>
            <a:r>
              <a:rPr lang="es-ES" sz="1200" b="1" dirty="0"/>
              <a:t>fruto de la aleatoriedad (pvalor~0.39).</a:t>
            </a:r>
          </a:p>
          <a:p>
            <a:pPr algn="just"/>
            <a:endParaRPr lang="es-ES" sz="1200" b="1"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p>
          <a:p>
            <a:pPr algn="just"/>
            <a:endParaRPr lang="es-ES" sz="1100" dirty="0"/>
          </a:p>
          <a:p>
            <a:pPr algn="just"/>
            <a:r>
              <a:rPr lang="es-ES" sz="1100" dirty="0"/>
              <a:t>Finalmente, tras aplicar el método </a:t>
            </a:r>
            <a:r>
              <a:rPr lang="es-ES" sz="1600" b="1" dirty="0"/>
              <a:t>MICE</a:t>
            </a:r>
            <a:r>
              <a:rPr lang="es-ES" sz="1100" dirty="0"/>
              <a:t> (multivariante), llegamos a unos resultados muy buenos, encontrando un ajuste prácticamente perfecto de las distribuciones. Se decidió validar el método y la base de datos imputada por MICE.</a:t>
            </a:r>
          </a:p>
        </p:txBody>
      </p:sp>
      <p:pic>
        <p:nvPicPr>
          <p:cNvPr id="6" name="Imagen 5">
            <a:extLst>
              <a:ext uri="{FF2B5EF4-FFF2-40B4-BE49-F238E27FC236}">
                <a16:creationId xmlns:a16="http://schemas.microsoft.com/office/drawing/2014/main" id="{8CB74838-D0CC-6D08-1412-427DC3E2AD51}"/>
              </a:ext>
            </a:extLst>
          </p:cNvPr>
          <p:cNvPicPr>
            <a:picLocks noChangeAspect="1"/>
          </p:cNvPicPr>
          <p:nvPr/>
        </p:nvPicPr>
        <p:blipFill>
          <a:blip r:embed="rId3"/>
          <a:stretch>
            <a:fillRect/>
          </a:stretch>
        </p:blipFill>
        <p:spPr>
          <a:xfrm>
            <a:off x="392653" y="2394289"/>
            <a:ext cx="4132816" cy="2770475"/>
          </a:xfrm>
          <a:prstGeom prst="rect">
            <a:avLst/>
          </a:prstGeom>
        </p:spPr>
      </p:pic>
      <p:pic>
        <p:nvPicPr>
          <p:cNvPr id="8" name="Imagen 7">
            <a:extLst>
              <a:ext uri="{FF2B5EF4-FFF2-40B4-BE49-F238E27FC236}">
                <a16:creationId xmlns:a16="http://schemas.microsoft.com/office/drawing/2014/main" id="{71EB766D-3C21-531E-D366-E4400B816191}"/>
              </a:ext>
            </a:extLst>
          </p:cNvPr>
          <p:cNvPicPr>
            <a:picLocks noChangeAspect="1"/>
          </p:cNvPicPr>
          <p:nvPr/>
        </p:nvPicPr>
        <p:blipFill>
          <a:blip r:embed="rId4"/>
          <a:stretch>
            <a:fillRect/>
          </a:stretch>
        </p:blipFill>
        <p:spPr>
          <a:xfrm>
            <a:off x="4571998" y="2387201"/>
            <a:ext cx="4182526" cy="2770476"/>
          </a:xfrm>
          <a:prstGeom prst="rect">
            <a:avLst/>
          </a:prstGeom>
        </p:spPr>
      </p:pic>
    </p:spTree>
    <p:extLst>
      <p:ext uri="{BB962C8B-B14F-4D97-AF65-F5344CB8AC3E}">
        <p14:creationId xmlns:p14="http://schemas.microsoft.com/office/powerpoint/2010/main" val="510076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3A616372-A7EF-DCE7-F509-F55FF02B3911}"/>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8E54363-0A7F-3955-B716-86EE04B3F77F}"/>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a:extLst>
              <a:ext uri="{FF2B5EF4-FFF2-40B4-BE49-F238E27FC236}">
                <a16:creationId xmlns:a16="http://schemas.microsoft.com/office/drawing/2014/main" id="{5DC7541B-2A18-96CC-C402-B28CE1DC2D53}"/>
              </a:ext>
            </a:extLst>
          </p:cNvPr>
          <p:cNvSpPr txBox="1"/>
          <p:nvPr/>
        </p:nvSpPr>
        <p:spPr>
          <a:xfrm>
            <a:off x="580912" y="742295"/>
            <a:ext cx="8272631" cy="3847207"/>
          </a:xfrm>
          <a:prstGeom prst="rect">
            <a:avLst/>
          </a:prstGeom>
          <a:noFill/>
        </p:spPr>
        <p:txBody>
          <a:bodyPr wrap="square" rtlCol="0">
            <a:spAutoFit/>
          </a:bodyPr>
          <a:lstStyle/>
          <a:p>
            <a:pPr algn="just"/>
            <a:r>
              <a:rPr lang="es-ES" sz="1200" dirty="0"/>
              <a:t>A nivel univariante se detectó para algunas variables cierto número de </a:t>
            </a:r>
            <a:r>
              <a:rPr lang="es-ES" sz="1200" dirty="0" err="1"/>
              <a:t>outliers</a:t>
            </a:r>
            <a:r>
              <a:rPr lang="es-ES" sz="1200" dirty="0"/>
              <a:t>.</a:t>
            </a:r>
          </a:p>
          <a:p>
            <a:pPr algn="just"/>
            <a:r>
              <a:rPr lang="es-ES" sz="1200" dirty="0"/>
              <a:t>Univariante numérica: </a:t>
            </a:r>
            <a:r>
              <a:rPr lang="es-ES" sz="1200" b="1" i="1" dirty="0"/>
              <a:t>variables simétricas -&gt; Método IQR (1.5), </a:t>
            </a:r>
          </a:p>
          <a:p>
            <a:pPr algn="just"/>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p>
          <a:p>
            <a:pPr algn="just"/>
            <a:r>
              <a:rPr lang="es-ES" sz="1200" b="1" i="1" dirty="0"/>
              <a:t>Univariante categórica: frecuencias relativas</a:t>
            </a:r>
          </a:p>
          <a:p>
            <a:pPr algn="just"/>
            <a:r>
              <a:rPr lang="es-ES" sz="1200" dirty="0"/>
              <a:t>- Su proporción respecto al total de la variable (&lt;5% en todos los casos)</a:t>
            </a:r>
          </a:p>
          <a:p>
            <a:pPr algn="just"/>
            <a:r>
              <a:rPr lang="es-ES" sz="1200" dirty="0"/>
              <a:t>- Su valor (no había valores imposibles </a:t>
            </a:r>
            <a:r>
              <a:rPr lang="es-ES" sz="1200" dirty="0" err="1"/>
              <a:t>ej</a:t>
            </a:r>
            <a:r>
              <a:rPr lang="es-ES" sz="1200" dirty="0"/>
              <a:t>: edad=999)</a:t>
            </a:r>
          </a:p>
          <a:p>
            <a:pPr algn="just"/>
            <a:endParaRPr lang="es-ES" sz="1200" dirty="0"/>
          </a:p>
          <a:p>
            <a:pPr algn="just"/>
            <a:r>
              <a:rPr lang="es-ES" sz="1200" dirty="0"/>
              <a:t>A nivel multivariante: se utilizó </a:t>
            </a:r>
            <a:r>
              <a:rPr lang="es-ES" b="1" dirty="0"/>
              <a:t>distancia de </a:t>
            </a:r>
            <a:r>
              <a:rPr lang="es-ES" b="1" dirty="0" err="1"/>
              <a:t>Mahalanobis</a:t>
            </a:r>
            <a:r>
              <a:rPr lang="es-ES" b="1" dirty="0"/>
              <a:t> </a:t>
            </a:r>
            <a:r>
              <a:rPr lang="es-ES" sz="1200" dirty="0"/>
              <a:t>acompañada de algunos </a:t>
            </a:r>
            <a:r>
              <a:rPr lang="es-ES" b="1" dirty="0"/>
              <a:t>gráficos bivariantes</a:t>
            </a:r>
            <a:r>
              <a:rPr lang="es-ES" sz="1200" b="1" dirty="0"/>
              <a:t>.</a:t>
            </a:r>
          </a:p>
          <a:p>
            <a:pPr algn="just"/>
            <a:endParaRPr lang="es-ES" sz="1200" dirty="0"/>
          </a:p>
          <a:p>
            <a:pPr algn="just"/>
            <a:r>
              <a:rPr lang="es-ES" sz="1200" dirty="0"/>
              <a:t>- La mayoría de las observaciones presentan distancias de </a:t>
            </a:r>
            <a:r>
              <a:rPr lang="es-ES" sz="1200" dirty="0" err="1"/>
              <a:t>Mahalanobis</a:t>
            </a:r>
            <a:r>
              <a:rPr lang="es-ES" sz="1200" dirty="0"/>
              <a:t> dentro del rango esperado</a:t>
            </a:r>
          </a:p>
          <a:p>
            <a:pPr algn="just"/>
            <a:endParaRPr lang="es-ES" sz="1200" dirty="0"/>
          </a:p>
          <a:p>
            <a:pPr algn="just"/>
            <a:r>
              <a:rPr lang="es-ES" sz="1200" dirty="0"/>
              <a:t>- Se detectaron unas pocas observaciones con distancias significativamente mayores, situadas en la cola derecha de la distribución. Corresponden a puntos de edad, salario estimado y balance. </a:t>
            </a:r>
          </a:p>
          <a:p>
            <a:pPr algn="just"/>
            <a:endParaRPr lang="es-ES" sz="1200" dirty="0"/>
          </a:p>
          <a:p>
            <a:pPr algn="just"/>
            <a:r>
              <a:rPr lang="es-ES" sz="1200" dirty="0"/>
              <a:t>Tras analizar las distribuciones y los valores extremos de dichas variables se concluye que no son valores imposibles, y que pueden haber aparecido fruto de la aleatoriedad. </a:t>
            </a:r>
            <a:r>
              <a:rPr lang="es-ES" sz="1600" b="1" u="sng" dirty="0"/>
              <a:t>Se decide mantener los </a:t>
            </a:r>
            <a:r>
              <a:rPr lang="es-ES" sz="1600" b="1" u="sng" dirty="0" err="1"/>
              <a:t>outliers</a:t>
            </a:r>
            <a:r>
              <a:rPr lang="es-ES" sz="1600" b="1" u="sng" dirty="0"/>
              <a:t>.</a:t>
            </a:r>
          </a:p>
          <a:p>
            <a:pPr algn="just"/>
            <a:endParaRPr lang="es-ES" sz="1200" dirty="0"/>
          </a:p>
          <a:p>
            <a:pPr algn="just"/>
            <a:endParaRPr lang="es-ES" sz="1200" dirty="0"/>
          </a:p>
          <a:p>
            <a:pPr algn="just"/>
            <a:endParaRPr lang="es-ES" sz="1200" dirty="0"/>
          </a:p>
          <a:p>
            <a:endParaRPr lang="es-ES" sz="1200" dirty="0"/>
          </a:p>
        </p:txBody>
      </p:sp>
      <p:sp>
        <p:nvSpPr>
          <p:cNvPr id="3" name="CuadroTexto 2">
            <a:extLst>
              <a:ext uri="{FF2B5EF4-FFF2-40B4-BE49-F238E27FC236}">
                <a16:creationId xmlns:a16="http://schemas.microsoft.com/office/drawing/2014/main" id="{2D950360-EF11-CB26-4AFA-7F7280BA4019}"/>
              </a:ext>
            </a:extLst>
          </p:cNvPr>
          <p:cNvSpPr txBox="1"/>
          <p:nvPr/>
        </p:nvSpPr>
        <p:spPr>
          <a:xfrm>
            <a:off x="580912" y="4031873"/>
            <a:ext cx="8025967" cy="738664"/>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just"/>
            <a:r>
              <a:rPr lang="es-ES" dirty="0"/>
              <a:t>Se realizó un estudio de outliers previo y posterior a la imputación, obteniendo los mismos resultados tanto a nivel univariante como multivariante, por lo que se decidió no tratar los outliers y aceptarlos como fruto de la normalidad.</a:t>
            </a:r>
          </a:p>
        </p:txBody>
      </p:sp>
    </p:spTree>
    <p:extLst>
      <p:ext uri="{BB962C8B-B14F-4D97-AF65-F5344CB8AC3E}">
        <p14:creationId xmlns:p14="http://schemas.microsoft.com/office/powerpoint/2010/main" val="2847445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39086" y="2274261"/>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586585" y="2274261"/>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408790" y="1001614"/>
            <a:ext cx="7842325" cy="1631216"/>
          </a:xfrm>
          <a:prstGeom prst="rect">
            <a:avLst/>
          </a:prstGeom>
          <a:noFill/>
        </p:spPr>
        <p:txBody>
          <a:bodyPr wrap="square" rtlCol="0">
            <a:spAutoFit/>
          </a:bodyPr>
          <a:lstStyle/>
          <a:p>
            <a:pPr algn="just"/>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p>
          <a:p>
            <a:endParaRPr lang="es-ES" sz="1200" dirty="0"/>
          </a:p>
          <a:p>
            <a:r>
              <a:rPr lang="es-ES" sz="1200" dirty="0"/>
              <a:t>Variables numéricas: Test de mediana</a:t>
            </a:r>
          </a:p>
          <a:p>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408790" y="2434793"/>
            <a:ext cx="4677428" cy="1524213"/>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3959006"/>
            <a:ext cx="8326420" cy="1015663"/>
          </a:xfrm>
          <a:prstGeom prst="rect">
            <a:avLst/>
          </a:prstGeom>
          <a:noFill/>
        </p:spPr>
        <p:txBody>
          <a:bodyPr wrap="square" rtlCol="0">
            <a:spAutoFit/>
          </a:bodyPr>
          <a:lstStyle/>
          <a:p>
            <a:pPr algn="just"/>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p>
          <a:p>
            <a:pPr algn="just"/>
            <a:r>
              <a:rPr lang="es-ES" sz="1200" dirty="0"/>
              <a:t>Este resultado no es inesperado, ya que anteriormente presentaban p-valores sólo ligeramente inferiores a 0,05, lo que ya indicaba una significación marginal. No obstante, se probará el modelo para la base de datos reducida con y sin esas dos variables para ver si realmente se obtienen resultados diferentes.</a:t>
            </a:r>
          </a:p>
        </p:txBody>
      </p: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pPr algn="just"/>
            <a:r>
              <a:rPr lang="es-ES" b="1" dirty="0"/>
              <a:t>Sobre la preparación de los datos: </a:t>
            </a:r>
          </a:p>
          <a:p>
            <a:pPr marL="285750" indent="-285750" algn="just">
              <a:buFontTx/>
              <a:buChar char="-"/>
            </a:pPr>
            <a:r>
              <a:rPr lang="es-ES" dirty="0"/>
              <a:t>Se categorizó las variables numéricas aplicando cortes lógicos ajustados a cada variable.</a:t>
            </a:r>
          </a:p>
          <a:p>
            <a:pPr marL="285750" indent="-285750" algn="just">
              <a:buFontTx/>
              <a:buChar char="-"/>
            </a:pPr>
            <a:r>
              <a:rPr lang="es-ES" dirty="0"/>
              <a:t>Se trabajó únicamente con los datos Train debido a los NA para </a:t>
            </a:r>
            <a:r>
              <a:rPr lang="es-ES" dirty="0" err="1"/>
              <a:t>Exited</a:t>
            </a:r>
            <a:r>
              <a:rPr lang="es-ES" dirty="0"/>
              <a:t> en los datos test.</a:t>
            </a:r>
          </a:p>
          <a:p>
            <a:pPr marL="285750" indent="-285750" algn="just">
              <a:buFontTx/>
              <a:buChar char="-"/>
            </a:pPr>
            <a:r>
              <a:rPr lang="es-ES" dirty="0"/>
              <a:t>La base de datos transaccional se compuso de 7000 filas y 73 ítems.</a:t>
            </a:r>
          </a:p>
          <a:p>
            <a:pPr marL="285750" indent="-285750" algn="just">
              <a:buFontTx/>
              <a:buChar char="-"/>
            </a:pPr>
            <a:endParaRPr lang="es-ES" dirty="0"/>
          </a:p>
          <a:p>
            <a:pPr algn="just"/>
            <a:r>
              <a:rPr lang="es-ES" b="1" dirty="0"/>
              <a:t>Sobre la parametrización</a:t>
            </a:r>
          </a:p>
          <a:p>
            <a:pPr algn="just"/>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pPr algn="just"/>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
        <p:nvSpPr>
          <p:cNvPr id="3" name="CuadroTexto 2">
            <a:extLst>
              <a:ext uri="{FF2B5EF4-FFF2-40B4-BE49-F238E27FC236}">
                <a16:creationId xmlns:a16="http://schemas.microsoft.com/office/drawing/2014/main" id="{6DD50AA9-EA06-88AD-9602-FB22841F2545}"/>
              </a:ext>
            </a:extLst>
          </p:cNvPr>
          <p:cNvSpPr txBox="1"/>
          <p:nvPr/>
        </p:nvSpPr>
        <p:spPr>
          <a:xfrm>
            <a:off x="1027299" y="1112200"/>
            <a:ext cx="7089401" cy="2985433"/>
          </a:xfrm>
          <a:prstGeom prst="rect">
            <a:avLst/>
          </a:prstGeom>
          <a:noFill/>
        </p:spPr>
        <p:txBody>
          <a:bodyPr wrap="square" rtlCol="0">
            <a:spAutoFit/>
          </a:bodyPr>
          <a:lstStyle/>
          <a:p>
            <a:pPr algn="just"/>
            <a:r>
              <a:rPr lang="es-ES" sz="1200" dirty="0"/>
              <a:t>Dado que los datos presentan un desbalance de clases —con un 80% de observaciones negativas (clientes que no se marchan del banco) y un 20% de observaciones positivas (clientes que sí se marchan), se aplicaron</a:t>
            </a:r>
            <a:r>
              <a:rPr lang="es-ES" sz="1600" dirty="0"/>
              <a:t> </a:t>
            </a:r>
            <a:r>
              <a:rPr lang="es-ES" sz="1200" dirty="0"/>
              <a:t>tres</a:t>
            </a:r>
            <a:r>
              <a:rPr lang="es-ES" sz="1600" b="1" dirty="0"/>
              <a:t> </a:t>
            </a:r>
            <a:r>
              <a:rPr lang="es-ES" sz="1600" b="1" u="sng" dirty="0"/>
              <a:t>técnicas de balanceo</a:t>
            </a:r>
            <a:r>
              <a:rPr lang="es-ES" sz="1600" b="1" dirty="0"/>
              <a:t> </a:t>
            </a:r>
            <a:r>
              <a:rPr lang="es-ES" sz="1200" dirty="0"/>
              <a:t>distintas: </a:t>
            </a:r>
            <a:r>
              <a:rPr lang="es-ES" sz="1200" dirty="0" err="1"/>
              <a:t>over-sampling</a:t>
            </a:r>
            <a:r>
              <a:rPr lang="es-ES" sz="1200" dirty="0"/>
              <a:t>, </a:t>
            </a:r>
            <a:r>
              <a:rPr lang="es-ES" sz="1200" dirty="0" err="1"/>
              <a:t>under-sampling</a:t>
            </a:r>
            <a:r>
              <a:rPr lang="es-ES" sz="1200" dirty="0"/>
              <a:t> y ROSE. Los resultados obtenidos </a:t>
            </a:r>
            <a:r>
              <a:rPr lang="es-ES" sz="1200" b="1" dirty="0"/>
              <a:t>no muestran diferencias </a:t>
            </a:r>
            <a:r>
              <a:rPr lang="es-ES" sz="1200" dirty="0"/>
              <a:t>significativas entre estos métodos.  Se ha comprobado que una vez balanceado los datos, se obtienen mejores resultados.</a:t>
            </a:r>
          </a:p>
          <a:p>
            <a:pPr algn="just"/>
            <a:endParaRPr lang="es-ES" sz="1200" dirty="0"/>
          </a:p>
          <a:p>
            <a:pPr algn="just"/>
            <a:r>
              <a:rPr lang="es-ES" sz="1200" dirty="0"/>
              <a:t>Para el modelado mediante KNN se empleó la técnica </a:t>
            </a:r>
            <a:r>
              <a:rPr lang="es-ES" sz="1600" b="1" u="sng" dirty="0"/>
              <a:t>FAMD</a:t>
            </a:r>
            <a:r>
              <a:rPr lang="es-ES" sz="1200" b="1" dirty="0"/>
              <a:t> </a:t>
            </a:r>
            <a:r>
              <a:rPr lang="es-ES" sz="1200" dirty="0"/>
              <a:t>(Factor </a:t>
            </a:r>
            <a:r>
              <a:rPr lang="es-ES" sz="1200" dirty="0" err="1"/>
              <a:t>Analysis</a:t>
            </a:r>
            <a:r>
              <a:rPr lang="es-ES" sz="1200" dirty="0"/>
              <a:t> </a:t>
            </a:r>
            <a:r>
              <a:rPr lang="es-ES" sz="1200" dirty="0" err="1"/>
              <a:t>of</a:t>
            </a:r>
            <a:r>
              <a:rPr lang="es-ES" sz="1200" dirty="0"/>
              <a:t> </a:t>
            </a:r>
            <a:r>
              <a:rPr lang="es-ES" sz="1200" dirty="0" err="1"/>
              <a:t>Mixed</a:t>
            </a:r>
            <a:r>
              <a:rPr lang="es-ES" sz="1200" dirty="0"/>
              <a:t> Data), ya que este método solo puede trabajar con variables numéricas. De esta manera, el uso de FAMD permitió transformar el conjunto de datos original —que contenía variables mixtas— en un espacio de dimensiones numéricas, posibilitando así el uso de KNN sobre dichas dimensiones en lugar de las variables originales.</a:t>
            </a:r>
          </a:p>
          <a:p>
            <a:pPr algn="just"/>
            <a:endParaRPr lang="es-ES" sz="1200" dirty="0"/>
          </a:p>
          <a:p>
            <a:pPr algn="just"/>
            <a:r>
              <a:rPr lang="es-ES" sz="1200" dirty="0"/>
              <a:t>De los datos que disponemos de la variable respuesta, se dividió en </a:t>
            </a:r>
            <a:r>
              <a:rPr lang="es-ES" sz="1200" b="1" dirty="0"/>
              <a:t>TRAIN (70%) i TEST (30%).</a:t>
            </a:r>
          </a:p>
          <a:p>
            <a:pPr algn="just"/>
            <a:r>
              <a:rPr lang="es-ES" sz="1200" dirty="0"/>
              <a:t>Se ha comprobado que la proporcionalidad de las clases positivas y negativas sea la misma en ambos grupos.</a:t>
            </a: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20">
          <a:extLst>
            <a:ext uri="{FF2B5EF4-FFF2-40B4-BE49-F238E27FC236}">
              <a16:creationId xmlns:a16="http://schemas.microsoft.com/office/drawing/2014/main" id="{9DA72DED-976D-AE9F-E2C7-BD93B3D8543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9D897F01-AE23-9F34-64C8-027BAF49FE70}"/>
              </a:ext>
            </a:extLst>
          </p:cNvPr>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a:t>
            </a:r>
            <a:endParaRPr dirty="0"/>
          </a:p>
        </p:txBody>
      </p:sp>
      <p:graphicFrame>
        <p:nvGraphicFramePr>
          <p:cNvPr id="4" name="Tabla 3">
            <a:extLst>
              <a:ext uri="{FF2B5EF4-FFF2-40B4-BE49-F238E27FC236}">
                <a16:creationId xmlns:a16="http://schemas.microsoft.com/office/drawing/2014/main" id="{5245506C-4D14-F17B-399A-0E41B8406CB8}"/>
              </a:ext>
            </a:extLst>
          </p:cNvPr>
          <p:cNvGraphicFramePr>
            <a:graphicFrameLocks noGrp="1"/>
          </p:cNvGraphicFramePr>
          <p:nvPr>
            <p:extLst>
              <p:ext uri="{D42A27DB-BD31-4B8C-83A1-F6EECF244321}">
                <p14:modId xmlns:p14="http://schemas.microsoft.com/office/powerpoint/2010/main" val="1703214162"/>
              </p:ext>
            </p:extLst>
          </p:nvPr>
        </p:nvGraphicFramePr>
        <p:xfrm>
          <a:off x="1100926" y="1661953"/>
          <a:ext cx="4929099" cy="433516"/>
        </p:xfrm>
        <a:graphic>
          <a:graphicData uri="http://schemas.openxmlformats.org/drawingml/2006/table">
            <a:tbl>
              <a:tblPr>
                <a:tableStyleId>{7FD54D1E-A07F-487E-B709-6B33F1453160}</a:tableStyleId>
              </a:tblPr>
              <a:tblGrid>
                <a:gridCol w="811597">
                  <a:extLst>
                    <a:ext uri="{9D8B030D-6E8A-4147-A177-3AD203B41FA5}">
                      <a16:colId xmlns:a16="http://schemas.microsoft.com/office/drawing/2014/main" val="3380187113"/>
                    </a:ext>
                  </a:extLst>
                </a:gridCol>
                <a:gridCol w="575379">
                  <a:extLst>
                    <a:ext uri="{9D8B030D-6E8A-4147-A177-3AD203B41FA5}">
                      <a16:colId xmlns:a16="http://schemas.microsoft.com/office/drawing/2014/main" val="2138850178"/>
                    </a:ext>
                  </a:extLst>
                </a:gridCol>
                <a:gridCol w="693488">
                  <a:extLst>
                    <a:ext uri="{9D8B030D-6E8A-4147-A177-3AD203B41FA5}">
                      <a16:colId xmlns:a16="http://schemas.microsoft.com/office/drawing/2014/main" val="700685227"/>
                    </a:ext>
                  </a:extLst>
                </a:gridCol>
                <a:gridCol w="693488">
                  <a:extLst>
                    <a:ext uri="{9D8B030D-6E8A-4147-A177-3AD203B41FA5}">
                      <a16:colId xmlns:a16="http://schemas.microsoft.com/office/drawing/2014/main" val="2427854097"/>
                    </a:ext>
                  </a:extLst>
                </a:gridCol>
                <a:gridCol w="768171">
                  <a:extLst>
                    <a:ext uri="{9D8B030D-6E8A-4147-A177-3AD203B41FA5}">
                      <a16:colId xmlns:a16="http://schemas.microsoft.com/office/drawing/2014/main" val="2553930462"/>
                    </a:ext>
                  </a:extLst>
                </a:gridCol>
                <a:gridCol w="693488">
                  <a:extLst>
                    <a:ext uri="{9D8B030D-6E8A-4147-A177-3AD203B41FA5}">
                      <a16:colId xmlns:a16="http://schemas.microsoft.com/office/drawing/2014/main" val="214213844"/>
                    </a:ext>
                  </a:extLst>
                </a:gridCol>
                <a:gridCol w="693488">
                  <a:extLst>
                    <a:ext uri="{9D8B030D-6E8A-4147-A177-3AD203B41FA5}">
                      <a16:colId xmlns:a16="http://schemas.microsoft.com/office/drawing/2014/main" val="1128590070"/>
                    </a:ext>
                  </a:extLst>
                </a:gridCol>
              </a:tblGrid>
              <a:tr h="216758">
                <a:tc>
                  <a:txBody>
                    <a:bodyPr/>
                    <a:lstStyle/>
                    <a:p>
                      <a:pPr algn="l" fontAlgn="ctr">
                        <a:buNone/>
                      </a:pPr>
                      <a:r>
                        <a:rPr lang="es-ES" sz="800" b="1" i="0" u="none" strike="noStrike" dirty="0">
                          <a:solidFill>
                            <a:srgbClr val="000000"/>
                          </a:solidFill>
                          <a:effectLst/>
                          <a:latin typeface="Lucida Console" panose="020B0609040504020204" pitchFamily="49" charset="0"/>
                        </a:rPr>
                        <a:t>NAIVE BAYES</a:t>
                      </a: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TRAIN</a:t>
                      </a:r>
                    </a:p>
                  </a:txBody>
                  <a:tcPr marL="7620" marR="7620" marT="7620" marB="0" anchor="ctr"/>
                </a:tc>
                <a:tc>
                  <a:txBody>
                    <a:bodyPr/>
                    <a:lstStyle/>
                    <a:p>
                      <a:pPr algn="l" fontAlgn="ctr">
                        <a:buNone/>
                      </a:pPr>
                      <a:r>
                        <a:rPr lang="es-ES" sz="800" b="1" u="none" strike="noStrike" dirty="0">
                          <a:effectLst/>
                        </a:rPr>
                        <a:t>0.7477551</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0.4010743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0.4413793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0.8277992</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0.4202627</a:t>
                      </a:r>
                      <a:endParaRPr lang="es-ES" sz="800" b="1" i="0" u="none" strike="noStrike" dirty="0">
                        <a:solidFill>
                          <a:srgbClr val="000000"/>
                        </a:solidFill>
                        <a:effectLst/>
                        <a:latin typeface="Lucida Console" panose="020B0609040504020204" pitchFamily="49" charset="0"/>
                      </a:endParaRPr>
                    </a:p>
                  </a:txBody>
                  <a:tcPr marL="7620" marR="7620" marT="7620" marB="0" anchor="ctr"/>
                </a:tc>
                <a:extLst>
                  <a:ext uri="{0D108BD9-81ED-4DB2-BD59-A6C34878D82A}">
                    <a16:rowId xmlns:a16="http://schemas.microsoft.com/office/drawing/2014/main" val="3881501642"/>
                  </a:ext>
                </a:extLst>
              </a:tr>
              <a:tr h="216758">
                <a:tc>
                  <a:txBody>
                    <a:bodyPr/>
                    <a:lstStyle/>
                    <a:p>
                      <a:pPr algn="l" fontAlgn="ctr">
                        <a:buNone/>
                      </a:pP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TEST</a:t>
                      </a:r>
                    </a:p>
                  </a:txBody>
                  <a:tcPr marL="7620" marR="7620" marT="7620" marB="0" anchor="ctr"/>
                </a:tc>
                <a:tc>
                  <a:txBody>
                    <a:bodyPr/>
                    <a:lstStyle/>
                    <a:p>
                      <a:pPr algn="l" fontAlgn="ctr">
                        <a:buNone/>
                      </a:pPr>
                      <a:r>
                        <a:rPr lang="es-ES" sz="800" b="1" u="none" strike="noStrike" dirty="0">
                          <a:effectLst/>
                        </a:rPr>
                        <a:t>0.7595238</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0.4264706</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0.4666667</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0.8360360</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0.4456641</a:t>
                      </a:r>
                      <a:endParaRPr lang="es-ES" sz="800" b="1" i="0" u="none" strike="noStrike" dirty="0">
                        <a:solidFill>
                          <a:srgbClr val="000000"/>
                        </a:solidFill>
                        <a:effectLst/>
                        <a:latin typeface="Lucida Console" panose="020B0609040504020204" pitchFamily="49" charset="0"/>
                      </a:endParaRPr>
                    </a:p>
                  </a:txBody>
                  <a:tcPr marL="7620" marR="7620" marT="7620" marB="0" anchor="ctr"/>
                </a:tc>
                <a:extLst>
                  <a:ext uri="{0D108BD9-81ED-4DB2-BD59-A6C34878D82A}">
                    <a16:rowId xmlns:a16="http://schemas.microsoft.com/office/drawing/2014/main" val="379735861"/>
                  </a:ext>
                </a:extLst>
              </a:tr>
            </a:tbl>
          </a:graphicData>
        </a:graphic>
      </p:graphicFrame>
      <p:sp>
        <p:nvSpPr>
          <p:cNvPr id="3" name="CuadroTexto 2">
            <a:extLst>
              <a:ext uri="{FF2B5EF4-FFF2-40B4-BE49-F238E27FC236}">
                <a16:creationId xmlns:a16="http://schemas.microsoft.com/office/drawing/2014/main" id="{9FED64D0-23C4-3456-454D-78AD3005785D}"/>
              </a:ext>
            </a:extLst>
          </p:cNvPr>
          <p:cNvSpPr txBox="1"/>
          <p:nvPr/>
        </p:nvSpPr>
        <p:spPr>
          <a:xfrm>
            <a:off x="678247" y="1117751"/>
            <a:ext cx="6788451" cy="276999"/>
          </a:xfrm>
          <a:prstGeom prst="rect">
            <a:avLst/>
          </a:prstGeom>
          <a:noFill/>
        </p:spPr>
        <p:txBody>
          <a:bodyPr wrap="square" rtlCol="0">
            <a:spAutoFit/>
          </a:bodyPr>
          <a:lstStyle/>
          <a:p>
            <a:r>
              <a:rPr lang="es-ES" sz="1200" dirty="0"/>
              <a:t>Se han probado varios modelos, de los cuales los mejores fueron los siguientes.</a:t>
            </a:r>
            <a:endParaRPr lang="ca-ES" dirty="0"/>
          </a:p>
        </p:txBody>
      </p:sp>
      <p:graphicFrame>
        <p:nvGraphicFramePr>
          <p:cNvPr id="5" name="Tabla 4">
            <a:extLst>
              <a:ext uri="{FF2B5EF4-FFF2-40B4-BE49-F238E27FC236}">
                <a16:creationId xmlns:a16="http://schemas.microsoft.com/office/drawing/2014/main" id="{4841523C-FC7F-24EE-F6D5-4FD6EE887CBB}"/>
              </a:ext>
            </a:extLst>
          </p:cNvPr>
          <p:cNvGraphicFramePr>
            <a:graphicFrameLocks noGrp="1"/>
          </p:cNvGraphicFramePr>
          <p:nvPr>
            <p:extLst>
              <p:ext uri="{D42A27DB-BD31-4B8C-83A1-F6EECF244321}">
                <p14:modId xmlns:p14="http://schemas.microsoft.com/office/powerpoint/2010/main" val="3174456216"/>
              </p:ext>
            </p:extLst>
          </p:nvPr>
        </p:nvGraphicFramePr>
        <p:xfrm>
          <a:off x="1100926" y="2213469"/>
          <a:ext cx="4929099" cy="466811"/>
        </p:xfrm>
        <a:graphic>
          <a:graphicData uri="http://schemas.openxmlformats.org/drawingml/2006/table">
            <a:tbl>
              <a:tblPr>
                <a:tableStyleId>{7FD54D1E-A07F-487E-B709-6B33F1453160}</a:tableStyleId>
              </a:tblPr>
              <a:tblGrid>
                <a:gridCol w="804722">
                  <a:extLst>
                    <a:ext uri="{9D8B030D-6E8A-4147-A177-3AD203B41FA5}">
                      <a16:colId xmlns:a16="http://schemas.microsoft.com/office/drawing/2014/main" val="2154869652"/>
                    </a:ext>
                  </a:extLst>
                </a:gridCol>
                <a:gridCol w="603592">
                  <a:extLst>
                    <a:ext uri="{9D8B030D-6E8A-4147-A177-3AD203B41FA5}">
                      <a16:colId xmlns:a16="http://schemas.microsoft.com/office/drawing/2014/main" val="1921038210"/>
                    </a:ext>
                  </a:extLst>
                </a:gridCol>
                <a:gridCol w="667907">
                  <a:extLst>
                    <a:ext uri="{9D8B030D-6E8A-4147-A177-3AD203B41FA5}">
                      <a16:colId xmlns:a16="http://schemas.microsoft.com/office/drawing/2014/main" val="2906792986"/>
                    </a:ext>
                  </a:extLst>
                </a:gridCol>
                <a:gridCol w="687153">
                  <a:extLst>
                    <a:ext uri="{9D8B030D-6E8A-4147-A177-3AD203B41FA5}">
                      <a16:colId xmlns:a16="http://schemas.microsoft.com/office/drawing/2014/main" val="3334566182"/>
                    </a:ext>
                  </a:extLst>
                </a:gridCol>
                <a:gridCol w="789955">
                  <a:extLst>
                    <a:ext uri="{9D8B030D-6E8A-4147-A177-3AD203B41FA5}">
                      <a16:colId xmlns:a16="http://schemas.microsoft.com/office/drawing/2014/main" val="3970099401"/>
                    </a:ext>
                  </a:extLst>
                </a:gridCol>
                <a:gridCol w="671613">
                  <a:extLst>
                    <a:ext uri="{9D8B030D-6E8A-4147-A177-3AD203B41FA5}">
                      <a16:colId xmlns:a16="http://schemas.microsoft.com/office/drawing/2014/main" val="451950995"/>
                    </a:ext>
                  </a:extLst>
                </a:gridCol>
                <a:gridCol w="704157">
                  <a:extLst>
                    <a:ext uri="{9D8B030D-6E8A-4147-A177-3AD203B41FA5}">
                      <a16:colId xmlns:a16="http://schemas.microsoft.com/office/drawing/2014/main" val="3539236233"/>
                    </a:ext>
                  </a:extLst>
                </a:gridCol>
              </a:tblGrid>
              <a:tr h="254158">
                <a:tc>
                  <a:txBody>
                    <a:bodyPr/>
                    <a:lstStyle/>
                    <a:p>
                      <a:pPr algn="l" fontAlgn="ctr">
                        <a:buNone/>
                      </a:pPr>
                      <a:r>
                        <a:rPr lang="es-ES" sz="800" b="1" i="0" u="none" strike="noStrike" dirty="0">
                          <a:solidFill>
                            <a:srgbClr val="000000"/>
                          </a:solidFill>
                          <a:effectLst/>
                          <a:latin typeface="Lucida Console" panose="020B0609040504020204" pitchFamily="49" charset="0"/>
                        </a:rPr>
                        <a:t>11NN</a:t>
                      </a: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TRAIN</a:t>
                      </a:r>
                    </a:p>
                  </a:txBody>
                  <a:tcPr marL="7620" marR="7620" marT="7620" marB="0" anchor="ctr"/>
                </a:tc>
                <a:tc>
                  <a:txBody>
                    <a:bodyPr/>
                    <a:lstStyle/>
                    <a:p>
                      <a:pPr algn="l" fontAlgn="ctr">
                        <a:buNone/>
                      </a:pPr>
                      <a:r>
                        <a:rPr lang="es-ES" sz="800" b="1" u="none" strike="noStrike" dirty="0">
                          <a:effectLst/>
                        </a:rPr>
                        <a:t>0,6774347</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0,3695122</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0,6516129</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0,6847651</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0,4715953</a:t>
                      </a:r>
                      <a:endParaRPr lang="es-ES" sz="800" b="1" i="0" u="none" strike="noStrike">
                        <a:solidFill>
                          <a:srgbClr val="000000"/>
                        </a:solidFill>
                        <a:effectLst/>
                        <a:latin typeface="Lucida Console" panose="020B0609040504020204" pitchFamily="49" charset="0"/>
                      </a:endParaRPr>
                    </a:p>
                  </a:txBody>
                  <a:tcPr marL="7620" marR="7620" marT="7620" marB="0" anchor="ctr"/>
                </a:tc>
                <a:extLst>
                  <a:ext uri="{0D108BD9-81ED-4DB2-BD59-A6C34878D82A}">
                    <a16:rowId xmlns:a16="http://schemas.microsoft.com/office/drawing/2014/main" val="1034197726"/>
                  </a:ext>
                </a:extLst>
              </a:tr>
              <a:tr h="212653">
                <a:tc>
                  <a:txBody>
                    <a:bodyPr/>
                    <a:lstStyle/>
                    <a:p>
                      <a:pPr algn="l" fontAlgn="ctr">
                        <a:buNone/>
                      </a:pP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TEST</a:t>
                      </a:r>
                    </a:p>
                  </a:txBody>
                  <a:tcPr marL="7620" marR="7620" marT="7620" marB="0" anchor="ctr"/>
                </a:tc>
                <a:tc>
                  <a:txBody>
                    <a:bodyPr/>
                    <a:lstStyle/>
                    <a:p>
                      <a:pPr algn="l" fontAlgn="ctr">
                        <a:buNone/>
                      </a:pPr>
                      <a:r>
                        <a:rPr lang="es-ES" sz="800" b="1" u="none" strike="noStrike" dirty="0">
                          <a:effectLst/>
                        </a:rPr>
                        <a:t> </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 </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 </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 </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 </a:t>
                      </a:r>
                      <a:endParaRPr lang="es-ES" sz="800" b="1" i="0" u="none" strike="noStrike" dirty="0">
                        <a:solidFill>
                          <a:srgbClr val="000000"/>
                        </a:solidFill>
                        <a:effectLst/>
                        <a:latin typeface="Lucida Console" panose="020B0609040504020204" pitchFamily="49" charset="0"/>
                      </a:endParaRPr>
                    </a:p>
                  </a:txBody>
                  <a:tcPr marL="7620" marR="7620" marT="7620" marB="0" anchor="ctr"/>
                </a:tc>
                <a:extLst>
                  <a:ext uri="{0D108BD9-81ED-4DB2-BD59-A6C34878D82A}">
                    <a16:rowId xmlns:a16="http://schemas.microsoft.com/office/drawing/2014/main" val="2001603851"/>
                  </a:ext>
                </a:extLst>
              </a:tr>
            </a:tbl>
          </a:graphicData>
        </a:graphic>
      </p:graphicFrame>
      <p:sp>
        <p:nvSpPr>
          <p:cNvPr id="7" name="CuadroTexto 6">
            <a:extLst>
              <a:ext uri="{FF2B5EF4-FFF2-40B4-BE49-F238E27FC236}">
                <a16:creationId xmlns:a16="http://schemas.microsoft.com/office/drawing/2014/main" id="{81A3CCAF-C6E4-41D9-E0AD-AA79C88F2390}"/>
              </a:ext>
            </a:extLst>
          </p:cNvPr>
          <p:cNvSpPr txBox="1"/>
          <p:nvPr/>
        </p:nvSpPr>
        <p:spPr>
          <a:xfrm>
            <a:off x="880455" y="2952269"/>
            <a:ext cx="7726804" cy="1261884"/>
          </a:xfrm>
          <a:prstGeom prst="rect">
            <a:avLst/>
          </a:prstGeom>
          <a:noFill/>
        </p:spPr>
        <p:txBody>
          <a:bodyPr wrap="square">
            <a:spAutoFit/>
          </a:bodyPr>
          <a:lstStyle/>
          <a:p>
            <a:r>
              <a:rPr lang="es-ES" sz="1200" dirty="0"/>
              <a:t>Ambos fueron modelados aplicando técnicas de balanceo y FAMD sobre el </a:t>
            </a:r>
            <a:r>
              <a:rPr lang="es-ES" sz="1200" dirty="0" err="1"/>
              <a:t>dataset</a:t>
            </a:r>
            <a:r>
              <a:rPr lang="es-ES" sz="1200" dirty="0"/>
              <a:t> después de eliminar las variables no significativas. </a:t>
            </a:r>
            <a:r>
              <a:rPr lang="es-ES" b="1" dirty="0"/>
              <a:t>Se concluye que los datos balanceados y el </a:t>
            </a:r>
            <a:r>
              <a:rPr lang="es-ES" b="1" dirty="0" err="1"/>
              <a:t>dataset</a:t>
            </a:r>
            <a:r>
              <a:rPr lang="es-ES" b="1" dirty="0"/>
              <a:t> reducido permiten obtener mejores resultados.</a:t>
            </a:r>
            <a:br>
              <a:rPr lang="es-ES" b="1" dirty="0"/>
            </a:br>
            <a:r>
              <a:rPr lang="es-ES" sz="1200" dirty="0"/>
              <a:t>Asimismo, se aplicó FAMD en el modelo de </a:t>
            </a:r>
            <a:r>
              <a:rPr lang="es-ES" sz="1200" dirty="0" err="1"/>
              <a:t>Naive</a:t>
            </a:r>
            <a:r>
              <a:rPr lang="es-ES" sz="1200" dirty="0"/>
              <a:t> Bayes, donde se obtuvo una ligera mejora en las métricas.</a:t>
            </a:r>
          </a:p>
          <a:p>
            <a:endParaRPr lang="es-ES" sz="1200" dirty="0"/>
          </a:p>
          <a:p>
            <a:r>
              <a:rPr lang="es-ES" sz="1200" i="1" dirty="0"/>
              <a:t>Excel donde contiene todas las modelaciones</a:t>
            </a:r>
            <a:endParaRPr lang="ca-ES" sz="1200" i="1" dirty="0"/>
          </a:p>
        </p:txBody>
      </p:sp>
      <p:sp>
        <p:nvSpPr>
          <p:cNvPr id="9" name="Flecha: hacia la izquierda 8">
            <a:extLst>
              <a:ext uri="{FF2B5EF4-FFF2-40B4-BE49-F238E27FC236}">
                <a16:creationId xmlns:a16="http://schemas.microsoft.com/office/drawing/2014/main" id="{E32D4F94-312B-EE17-A8AF-487286291F95}"/>
              </a:ext>
            </a:extLst>
          </p:cNvPr>
          <p:cNvSpPr/>
          <p:nvPr/>
        </p:nvSpPr>
        <p:spPr>
          <a:xfrm rot="20806772">
            <a:off x="6271515" y="1238297"/>
            <a:ext cx="1801094" cy="398705"/>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ca-ES" dirty="0"/>
              <a:t>No </a:t>
            </a:r>
            <a:r>
              <a:rPr lang="ca-ES" dirty="0" err="1"/>
              <a:t>overfitting</a:t>
            </a:r>
            <a:endParaRPr lang="ca-ES" dirty="0"/>
          </a:p>
        </p:txBody>
      </p:sp>
      <p:sp>
        <p:nvSpPr>
          <p:cNvPr id="10" name="Flecha: hacia la izquierda 9">
            <a:extLst>
              <a:ext uri="{FF2B5EF4-FFF2-40B4-BE49-F238E27FC236}">
                <a16:creationId xmlns:a16="http://schemas.microsoft.com/office/drawing/2014/main" id="{30EA3D06-3E8A-35F2-EE24-B5FE58BF87F5}"/>
              </a:ext>
            </a:extLst>
          </p:cNvPr>
          <p:cNvSpPr/>
          <p:nvPr/>
        </p:nvSpPr>
        <p:spPr>
          <a:xfrm>
            <a:off x="6249790" y="1916484"/>
            <a:ext cx="2058003" cy="386355"/>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dirty="0" err="1">
                <a:solidFill>
                  <a:srgbClr val="FF0000"/>
                </a:solidFill>
              </a:rPr>
              <a:t>Bad</a:t>
            </a:r>
            <a:r>
              <a:rPr lang="ca-ES" dirty="0">
                <a:solidFill>
                  <a:srgbClr val="FF0000"/>
                </a:solidFill>
              </a:rPr>
              <a:t> </a:t>
            </a:r>
            <a:r>
              <a:rPr lang="ca-ES" dirty="0" err="1">
                <a:solidFill>
                  <a:srgbClr val="FF0000"/>
                </a:solidFill>
              </a:rPr>
              <a:t>results</a:t>
            </a:r>
            <a:r>
              <a:rPr lang="ca-ES" dirty="0">
                <a:solidFill>
                  <a:srgbClr val="FF0000"/>
                </a:solidFill>
              </a:rPr>
              <a:t> F1&lt;0,5</a:t>
            </a:r>
          </a:p>
        </p:txBody>
      </p:sp>
      <p:sp>
        <p:nvSpPr>
          <p:cNvPr id="11" name="Flecha: hacia la izquierda 10">
            <a:extLst>
              <a:ext uri="{FF2B5EF4-FFF2-40B4-BE49-F238E27FC236}">
                <a16:creationId xmlns:a16="http://schemas.microsoft.com/office/drawing/2014/main" id="{CFFE41BB-F807-C3F1-8B1F-DD6D9FA1A79E}"/>
              </a:ext>
            </a:extLst>
          </p:cNvPr>
          <p:cNvSpPr/>
          <p:nvPr/>
        </p:nvSpPr>
        <p:spPr>
          <a:xfrm rot="492119">
            <a:off x="6336374" y="2563451"/>
            <a:ext cx="2023583" cy="386354"/>
          </a:xfrm>
          <a:prstGeom prst="lef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ca-ES" dirty="0"/>
              <a:t>CROSS VALIDATION</a:t>
            </a:r>
          </a:p>
        </p:txBody>
      </p:sp>
    </p:spTree>
    <p:extLst>
      <p:ext uri="{BB962C8B-B14F-4D97-AF65-F5344CB8AC3E}">
        <p14:creationId xmlns:p14="http://schemas.microsoft.com/office/powerpoint/2010/main" val="38097615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
        <p:nvSpPr>
          <p:cNvPr id="4" name="CuadroTexto 3">
            <a:extLst>
              <a:ext uri="{FF2B5EF4-FFF2-40B4-BE49-F238E27FC236}">
                <a16:creationId xmlns:a16="http://schemas.microsoft.com/office/drawing/2014/main" id="{4CEF49DF-7F3A-D9A6-DC5D-7CA93D590672}"/>
              </a:ext>
            </a:extLst>
          </p:cNvPr>
          <p:cNvSpPr txBox="1"/>
          <p:nvPr/>
        </p:nvSpPr>
        <p:spPr>
          <a:xfrm>
            <a:off x="1027299" y="1310894"/>
            <a:ext cx="7089401" cy="2954655"/>
          </a:xfrm>
          <a:prstGeom prst="rect">
            <a:avLst/>
          </a:prstGeom>
          <a:noFill/>
        </p:spPr>
        <p:txBody>
          <a:bodyPr wrap="square" rtlCol="0">
            <a:spAutoFit/>
          </a:bodyPr>
          <a:lstStyle/>
          <a:p>
            <a:pPr algn="just"/>
            <a:r>
              <a:rPr lang="es-ES" dirty="0"/>
              <a:t>Tras analizar los resultados obtenidos con las dos técnicas previamente aplicadas, se concluye que el desempeño fue insatisfactorio, ya que los modelos no lograron una capacidad predictiva adecuada ni una clasificación precisa de los datos. Esto sugiere que dichos métodos no son óptimos para abordar el problema planteado.</a:t>
            </a:r>
          </a:p>
          <a:p>
            <a:pPr algn="just"/>
            <a:endParaRPr lang="es-ES" dirty="0"/>
          </a:p>
          <a:p>
            <a:pPr algn="just"/>
            <a:r>
              <a:rPr lang="es-ES" dirty="0"/>
              <a:t>Por esta razón, se propone explorar nuevos enfoques que se adapten mejor a las características del conjunto de datos y que permitan mejorar el rendimiento del modelo. Como siguiente alternativa, se plantea implementar un </a:t>
            </a:r>
            <a:r>
              <a:rPr lang="es-ES" sz="1800" b="1" dirty="0"/>
              <a:t>árbol de decisión</a:t>
            </a:r>
            <a:r>
              <a:rPr lang="es-ES" dirty="0"/>
              <a:t>, dado que este método permite trabajar con variables tanto numéricas como categóricas y ofrece una interpretación clara del proceso de toma de decisiones. Además, se considera la posibilidad de evaluar otros algoritmos adicionales que aún están pendientes de selección, con el objetivo de identificar el método más adecuado para este caso de estudio.</a:t>
            </a:r>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271</TotalTime>
  <Words>2004</Words>
  <Application>Microsoft Office PowerPoint</Application>
  <PresentationFormat>Presentación en pantalla (16:9)</PresentationFormat>
  <Paragraphs>166</Paragraphs>
  <Slides>15</Slides>
  <Notes>15</Notes>
  <HiddenSlides>1</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15</vt:i4>
      </vt:variant>
    </vt:vector>
  </HeadingPairs>
  <TitlesOfParts>
    <vt:vector size="25" baseType="lpstr">
      <vt:lpstr>Lucida Console</vt:lpstr>
      <vt:lpstr>Poppins</vt:lpstr>
      <vt:lpstr>Wingdings</vt:lpstr>
      <vt:lpstr>Raleway</vt:lpstr>
      <vt:lpstr>Didact Gothic</vt:lpstr>
      <vt:lpstr>Arial</vt:lpstr>
      <vt:lpstr>Arial Black</vt:lpstr>
      <vt:lpstr>Arial Rounded MT Bold</vt:lpstr>
      <vt:lpstr>Libre Franklin</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vt:lpstr>
      <vt:lpstr>CONCLUSIONES y/o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Wenjia Ye</cp:lastModifiedBy>
  <cp:revision>1</cp:revision>
  <dcterms:modified xsi:type="dcterms:W3CDTF">2025-11-06T18:25:32Z</dcterms:modified>
</cp:coreProperties>
</file>