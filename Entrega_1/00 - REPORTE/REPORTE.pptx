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8"/>
  </p:notesMasterIdLst>
  <p:sldIdLst>
    <p:sldId id="256" r:id="rId2"/>
    <p:sldId id="270" r:id="rId3"/>
    <p:sldId id="271" r:id="rId4"/>
    <p:sldId id="272" r:id="rId5"/>
    <p:sldId id="273" r:id="rId6"/>
    <p:sldId id="274" r:id="rId7"/>
    <p:sldId id="275" r:id="rId8"/>
    <p:sldId id="276" r:id="rId9"/>
    <p:sldId id="277" r:id="rId10"/>
    <p:sldId id="278" r:id="rId11"/>
    <p:sldId id="279" r:id="rId12"/>
    <p:sldId id="280" r:id="rId13"/>
    <p:sldId id="281" r:id="rId14"/>
    <p:sldId id="282" r:id="rId15"/>
    <p:sldId id="283" r:id="rId16"/>
    <p:sldId id="284" r:id="rId17"/>
  </p:sldIdLst>
  <p:sldSz cx="9144000" cy="5143500" type="screen16x9"/>
  <p:notesSz cx="6858000" cy="9144000"/>
  <p:embeddedFontLst>
    <p:embeddedFont>
      <p:font typeface="Arial Black" panose="020B0604020202020204" pitchFamily="34" charset="0"/>
      <p:bold r:id="rId19"/>
    </p:embeddedFont>
    <p:embeddedFont>
      <p:font typeface="Arial Rounded MT Bold" panose="020F0704030504030204" pitchFamily="34" charset="77"/>
      <p:regular r:id="rId20"/>
    </p:embeddedFont>
    <p:embeddedFont>
      <p:font typeface="Didact Gothic" pitchFamily="2" charset="0"/>
      <p:regular r:id="rId21"/>
    </p:embeddedFont>
    <p:embeddedFont>
      <p:font typeface="Libre Franklin" pitchFamily="2" charset="77"/>
      <p:regular r:id="rId22"/>
      <p:bold r:id="rId23"/>
      <p:italic r:id="rId24"/>
      <p:boldItalic r:id="rId25"/>
    </p:embeddedFont>
    <p:embeddedFont>
      <p:font typeface="Poppins" pitchFamily="2" charset="77"/>
      <p:regular r:id="rId26"/>
      <p:bold r:id="rId27"/>
      <p:italic r:id="rId28"/>
      <p:boldItalic r:id="rId29"/>
    </p:embeddedFont>
    <p:embeddedFont>
      <p:font typeface="Raleway" pitchFamily="2" charset="77"/>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08"/>
  </p:normalViewPr>
  <p:slideViewPr>
    <p:cSldViewPr snapToGrid="0">
      <p:cViewPr varScale="1">
        <p:scale>
          <a:sx n="133" d="100"/>
          <a:sy n="133" d="100"/>
        </p:scale>
        <p:origin x="50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microsoft.com/office/2016/11/relationships/changesInfo" Target="changesInfos/changesInfo1.xml"/><Relationship Id="rId21" Type="http://schemas.openxmlformats.org/officeDocument/2006/relationships/font" Target="fonts/font3.fntdata"/><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undo custSel addSld delSld modSld">
      <pc:chgData name="Mario Aragón Valderrama" userId="ab42593c9091a3c7" providerId="LiveId" clId="{A94EC9C8-FC2E-45B4-829C-AEB6B286F687}" dt="2025-11-05T09:38:02.589" v="10856" actId="14100"/>
      <pc:docMkLst>
        <pc:docMk/>
      </pc:docMkLst>
      <pc:sldChg chg="modSp mod">
        <pc:chgData name="Mario Aragón Valderrama" userId="ab42593c9091a3c7" providerId="LiveId" clId="{A94EC9C8-FC2E-45B4-829C-AEB6B286F687}" dt="2025-10-31T10:23:52.191" v="1750" actId="20577"/>
        <pc:sldMkLst>
          <pc:docMk/>
          <pc:sldMk cId="0" sldId="256"/>
        </pc:sldMkLst>
        <pc:spChg chg="mod">
          <ac:chgData name="Mario Aragón Valderrama" userId="ab42593c9091a3c7" providerId="LiveId" clId="{A94EC9C8-FC2E-45B4-829C-AEB6B286F687}" dt="2025-10-31T10:23:52.191" v="1750" actId="20577"/>
          <ac:spMkLst>
            <pc:docMk/>
            <pc:sldMk cId="0" sldId="256"/>
            <ac:spMk id="4" creationId="{4AA276FC-05B9-D88D-F05D-EE88303AD2E8}"/>
          </ac:spMkLst>
        </pc:spChg>
      </pc:sldChg>
      <pc:sldChg chg="addSp delSp modSp add del mod">
        <pc:chgData name="Mario Aragón Valderrama" userId="ab42593c9091a3c7" providerId="LiveId" clId="{A94EC9C8-FC2E-45B4-829C-AEB6B286F687}" dt="2025-10-31T12:17:46.526" v="7496" actId="20577"/>
        <pc:sldMkLst>
          <pc:docMk/>
          <pc:sldMk cId="0" sldId="270"/>
        </pc:sldMkLst>
        <pc:spChg chg="add mod">
          <ac:chgData name="Mario Aragón Valderrama" userId="ab42593c9091a3c7" providerId="LiveId" clId="{A94EC9C8-FC2E-45B4-829C-AEB6B286F687}" dt="2025-10-31T12:17:46.526" v="7496" actId="20577"/>
          <ac:spMkLst>
            <pc:docMk/>
            <pc:sldMk cId="0" sldId="270"/>
            <ac:spMk id="2" creationId="{5EF82306-C561-E459-74E9-8E94BD154FAB}"/>
          </ac:spMkLst>
        </pc:spChg>
        <pc:spChg chg="mod">
          <ac:chgData name="Mario Aragón Valderrama" userId="ab42593c9091a3c7" providerId="LiveId" clId="{A94EC9C8-FC2E-45B4-829C-AEB6B286F687}" dt="2025-10-31T09:27:03.307" v="43"/>
          <ac:spMkLst>
            <pc:docMk/>
            <pc:sldMk cId="0" sldId="270"/>
            <ac:spMk id="633" creationId="{00000000-0000-0000-0000-000000000000}"/>
          </ac:spMkLst>
        </pc:spChg>
      </pc:sldChg>
      <pc:sldChg chg="addSp delSp modSp add mod">
        <pc:chgData name="Mario Aragón Valderrama" userId="ab42593c9091a3c7" providerId="LiveId" clId="{A94EC9C8-FC2E-45B4-829C-AEB6B286F687}" dt="2025-10-31T10:18:15.474" v="1679" actId="20577"/>
        <pc:sldMkLst>
          <pc:docMk/>
          <pc:sldMk cId="1878690447" sldId="271"/>
        </pc:sldMkLst>
        <pc:spChg chg="add mod">
          <ac:chgData name="Mario Aragón Valderrama" userId="ab42593c9091a3c7" providerId="LiveId" clId="{A94EC9C8-FC2E-45B4-829C-AEB6B286F687}" dt="2025-10-31T10:18:15.474" v="1679" actId="20577"/>
          <ac:spMkLst>
            <pc:docMk/>
            <pc:sldMk cId="1878690447" sldId="271"/>
            <ac:spMk id="7" creationId="{47FF6C25-282A-B6CB-A67C-33E161E8763F}"/>
          </ac:spMkLst>
        </pc:spChg>
        <pc:spChg chg="add mod">
          <ac:chgData name="Mario Aragón Valderrama" userId="ab42593c9091a3c7" providerId="LiveId" clId="{A94EC9C8-FC2E-45B4-829C-AEB6B286F687}" dt="2025-10-31T10:18:03.194" v="1678" actId="114"/>
          <ac:spMkLst>
            <pc:docMk/>
            <pc:sldMk cId="1878690447" sldId="271"/>
            <ac:spMk id="8" creationId="{1007598B-E9E1-3C48-B750-DD200F51AA4F}"/>
          </ac:spMkLst>
        </pc:spChg>
        <pc:spChg chg="mod">
          <ac:chgData name="Mario Aragón Valderrama" userId="ab42593c9091a3c7" providerId="LiveId" clId="{A94EC9C8-FC2E-45B4-829C-AEB6B286F687}" dt="2025-10-31T09:39:28.426" v="860"/>
          <ac:spMkLst>
            <pc:docMk/>
            <pc:sldMk cId="1878690447" sldId="271"/>
            <ac:spMk id="633" creationId="{F160F062-DB37-F0CE-0930-D313103DAB13}"/>
          </ac:spMkLst>
        </pc:spChg>
      </pc:sldChg>
      <pc:sldChg chg="addSp delSp modSp add mod">
        <pc:chgData name="Mario Aragón Valderrama" userId="ab42593c9091a3c7" providerId="LiveId" clId="{A94EC9C8-FC2E-45B4-829C-AEB6B286F687}" dt="2025-10-31T13:17:18.648" v="8837" actId="20577"/>
        <pc:sldMkLst>
          <pc:docMk/>
          <pc:sldMk cId="3817130564" sldId="272"/>
        </pc:sldMkLst>
        <pc:spChg chg="add mod">
          <ac:chgData name="Mario Aragón Valderrama" userId="ab42593c9091a3c7" providerId="LiveId" clId="{A94EC9C8-FC2E-45B4-829C-AEB6B286F687}" dt="2025-10-31T10:43:09.212" v="1882" actId="20577"/>
          <ac:spMkLst>
            <pc:docMk/>
            <pc:sldMk cId="3817130564" sldId="272"/>
            <ac:spMk id="5" creationId="{EAFFC7C5-F970-1FD5-95CA-A319822DB911}"/>
          </ac:spMkLst>
        </pc:spChg>
        <pc:spChg chg="mod">
          <ac:chgData name="Mario Aragón Valderrama" userId="ab42593c9091a3c7" providerId="LiveId" clId="{A94EC9C8-FC2E-45B4-829C-AEB6B286F687}" dt="2025-10-31T10:30:14.865" v="1751"/>
          <ac:spMkLst>
            <pc:docMk/>
            <pc:sldMk cId="3817130564" sldId="272"/>
            <ac:spMk id="633" creationId="{14CE457C-56DB-B4B3-1828-5D8139674A54}"/>
          </ac:spMkLst>
        </pc:spChg>
        <pc:graphicFrameChg chg="add mod modGraphic">
          <ac:chgData name="Mario Aragón Valderrama" userId="ab42593c9091a3c7" providerId="LiveId" clId="{A94EC9C8-FC2E-45B4-829C-AEB6B286F687}" dt="2025-10-31T13:17:18.648" v="8837" actId="20577"/>
          <ac:graphicFrameMkLst>
            <pc:docMk/>
            <pc:sldMk cId="3817130564" sldId="272"/>
            <ac:graphicFrameMk id="2" creationId="{CBD4D518-7DAA-184B-0314-92BDAE637D38}"/>
          </ac:graphicFrameMkLst>
        </pc:graphicFrameChg>
        <pc:picChg chg="add mod">
          <ac:chgData name="Mario Aragón Valderrama" userId="ab42593c9091a3c7" providerId="LiveId" clId="{A94EC9C8-FC2E-45B4-829C-AEB6B286F687}" dt="2025-10-31T10:43:29.714" v="1890" actId="14100"/>
          <ac:picMkLst>
            <pc:docMk/>
            <pc:sldMk cId="3817130564" sldId="272"/>
            <ac:picMk id="9" creationId="{ABFADC3A-F2D8-BABA-DD31-F0770B4C9B46}"/>
          </ac:picMkLst>
        </pc:picChg>
      </pc:sldChg>
      <pc:sldChg chg="addSp delSp modSp add mod">
        <pc:chgData name="Mario Aragón Valderrama" userId="ab42593c9091a3c7" providerId="LiveId" clId="{A94EC9C8-FC2E-45B4-829C-AEB6B286F687}" dt="2025-11-05T09:38:02.589" v="10856" actId="14100"/>
        <pc:sldMkLst>
          <pc:docMk/>
          <pc:sldMk cId="1332014249" sldId="273"/>
        </pc:sldMkLst>
        <pc:spChg chg="add mod">
          <ac:chgData name="Mario Aragón Valderrama" userId="ab42593c9091a3c7" providerId="LiveId" clId="{A94EC9C8-FC2E-45B4-829C-AEB6B286F687}" dt="2025-11-05T09:35:13.778" v="10768" actId="207"/>
          <ac:spMkLst>
            <pc:docMk/>
            <pc:sldMk cId="1332014249" sldId="273"/>
            <ac:spMk id="4" creationId="{3A063028-BC82-FA0D-BF4A-CD1689F34D4C}"/>
          </ac:spMkLst>
        </pc:spChg>
        <pc:spChg chg="add mod">
          <ac:chgData name="Mario Aragón Valderrama" userId="ab42593c9091a3c7" providerId="LiveId" clId="{A94EC9C8-FC2E-45B4-829C-AEB6B286F687}" dt="2025-11-05T09:36:50.057" v="10836" actId="114"/>
          <ac:spMkLst>
            <pc:docMk/>
            <pc:sldMk cId="1332014249" sldId="273"/>
            <ac:spMk id="9" creationId="{DF775A01-8C66-64FB-3CC2-F9073BE005FF}"/>
          </ac:spMkLst>
        </pc:spChg>
        <pc:spChg chg="mod">
          <ac:chgData name="Mario Aragón Valderrama" userId="ab42593c9091a3c7" providerId="LiveId" clId="{A94EC9C8-FC2E-45B4-829C-AEB6B286F687}" dt="2025-10-31T11:09:55.425" v="2711" actId="20577"/>
          <ac:spMkLst>
            <pc:docMk/>
            <pc:sldMk cId="1332014249" sldId="273"/>
            <ac:spMk id="633" creationId="{7946C38A-D74B-A3C1-5985-7F4666994364}"/>
          </ac:spMkLst>
        </pc:spChg>
        <pc:picChg chg="add mod">
          <ac:chgData name="Mario Aragón Valderrama" userId="ab42593c9091a3c7" providerId="LiveId" clId="{A94EC9C8-FC2E-45B4-829C-AEB6B286F687}" dt="2025-11-05T09:35:47.570" v="10773" actId="14100"/>
          <ac:picMkLst>
            <pc:docMk/>
            <pc:sldMk cId="1332014249" sldId="273"/>
            <ac:picMk id="3" creationId="{1D516515-DA42-9655-BB01-518323B33C34}"/>
          </ac:picMkLst>
        </pc:picChg>
        <pc:picChg chg="add mod">
          <ac:chgData name="Mario Aragón Valderrama" userId="ab42593c9091a3c7" providerId="LiveId" clId="{A94EC9C8-FC2E-45B4-829C-AEB6B286F687}" dt="2025-11-05T09:37:55.058" v="10853" actId="1076"/>
          <ac:picMkLst>
            <pc:docMk/>
            <pc:sldMk cId="1332014249" sldId="273"/>
            <ac:picMk id="6" creationId="{C419C444-B510-41D1-18DA-A0EDA21E4FC5}"/>
          </ac:picMkLst>
        </pc:picChg>
        <pc:picChg chg="add mod">
          <ac:chgData name="Mario Aragón Valderrama" userId="ab42593c9091a3c7" providerId="LiveId" clId="{A94EC9C8-FC2E-45B4-829C-AEB6B286F687}" dt="2025-11-05T09:37:49.437" v="10852" actId="1076"/>
          <ac:picMkLst>
            <pc:docMk/>
            <pc:sldMk cId="1332014249" sldId="273"/>
            <ac:picMk id="8" creationId="{F191712F-AF11-545F-6745-913AE7E68860}"/>
          </ac:picMkLst>
        </pc:picChg>
        <pc:picChg chg="add mod">
          <ac:chgData name="Mario Aragón Valderrama" userId="ab42593c9091a3c7" providerId="LiveId" clId="{A94EC9C8-FC2E-45B4-829C-AEB6B286F687}" dt="2025-11-05T09:37:58.215" v="10854" actId="1076"/>
          <ac:picMkLst>
            <pc:docMk/>
            <pc:sldMk cId="1332014249" sldId="273"/>
            <ac:picMk id="11" creationId="{69979F9F-1699-FEEA-4104-C18227B154EA}"/>
          </ac:picMkLst>
        </pc:picChg>
        <pc:picChg chg="add del mod">
          <ac:chgData name="Mario Aragón Valderrama" userId="ab42593c9091a3c7" providerId="LiveId" clId="{A94EC9C8-FC2E-45B4-829C-AEB6B286F687}" dt="2025-11-05T09:38:02.589" v="10856" actId="14100"/>
          <ac:picMkLst>
            <pc:docMk/>
            <pc:sldMk cId="1332014249" sldId="273"/>
            <ac:picMk id="13" creationId="{B57E5F5A-38EB-81A4-5B57-E486F1B32098}"/>
          </ac:picMkLst>
        </pc:picChg>
      </pc:sldChg>
      <pc:sldChg chg="addSp modSp add mod">
        <pc:chgData name="Mario Aragón Valderrama" userId="ab42593c9091a3c7" providerId="LiveId" clId="{A94EC9C8-FC2E-45B4-829C-AEB6B286F687}" dt="2025-11-05T09:34:55.290" v="10762" actId="20577"/>
        <pc:sldMkLst>
          <pc:docMk/>
          <pc:sldMk cId="1461310694" sldId="274"/>
        </pc:sldMkLst>
        <pc:spChg chg="add mod">
          <ac:chgData name="Mario Aragón Valderrama" userId="ab42593c9091a3c7" providerId="LiveId" clId="{A94EC9C8-FC2E-45B4-829C-AEB6B286F687}" dt="2025-11-05T09:27:27.037" v="10246" actId="113"/>
          <ac:spMkLst>
            <pc:docMk/>
            <pc:sldMk cId="1461310694" sldId="274"/>
            <ac:spMk id="6" creationId="{BD19327A-FEC8-2546-D5CE-E67AF2C8E686}"/>
          </ac:spMkLst>
        </pc:spChg>
        <pc:spChg chg="add mod">
          <ac:chgData name="Mario Aragón Valderrama" userId="ab42593c9091a3c7" providerId="LiveId" clId="{A94EC9C8-FC2E-45B4-829C-AEB6B286F687}" dt="2025-11-05T09:34:55.290" v="10762" actId="20577"/>
          <ac:spMkLst>
            <pc:docMk/>
            <pc:sldMk cId="1461310694" sldId="274"/>
            <ac:spMk id="11" creationId="{94A685DF-E20C-512D-21F4-4547D83672C6}"/>
          </ac:spMkLst>
        </pc:spChg>
        <pc:spChg chg="mod">
          <ac:chgData name="Mario Aragón Valderrama" userId="ab42593c9091a3c7" providerId="LiveId" clId="{A94EC9C8-FC2E-45B4-829C-AEB6B286F687}" dt="2025-10-31T11:10:00.169" v="2716" actId="20577"/>
          <ac:spMkLst>
            <pc:docMk/>
            <pc:sldMk cId="1461310694" sldId="274"/>
            <ac:spMk id="633" creationId="{356984D3-ED96-A90B-DBCF-B2F56FDAE2B4}"/>
          </ac:spMkLst>
        </pc:spChg>
        <pc:picChg chg="add mod">
          <ac:chgData name="Mario Aragón Valderrama" userId="ab42593c9091a3c7" providerId="LiveId" clId="{A94EC9C8-FC2E-45B4-829C-AEB6B286F687}" dt="2025-11-05T09:26:01.819" v="10029" actId="1076"/>
          <ac:picMkLst>
            <pc:docMk/>
            <pc:sldMk cId="1461310694" sldId="274"/>
            <ac:picMk id="3" creationId="{F8B308B3-606D-5693-7118-602F333524E5}"/>
          </ac:picMkLst>
        </pc:picChg>
        <pc:picChg chg="add mod">
          <ac:chgData name="Mario Aragón Valderrama" userId="ab42593c9091a3c7" providerId="LiveId" clId="{A94EC9C8-FC2E-45B4-829C-AEB6B286F687}" dt="2025-11-05T09:26:04.996" v="10031" actId="14100"/>
          <ac:picMkLst>
            <pc:docMk/>
            <pc:sldMk cId="1461310694" sldId="274"/>
            <ac:picMk id="5" creationId="{178624F4-D358-A55A-7284-21B1DCA028A0}"/>
          </ac:picMkLst>
        </pc:picChg>
        <pc:picChg chg="add mod">
          <ac:chgData name="Mario Aragón Valderrama" userId="ab42593c9091a3c7" providerId="LiveId" clId="{A94EC9C8-FC2E-45B4-829C-AEB6B286F687}" dt="2025-11-05T09:34:15.240" v="10732" actId="1076"/>
          <ac:picMkLst>
            <pc:docMk/>
            <pc:sldMk cId="1461310694" sldId="274"/>
            <ac:picMk id="8" creationId="{9914B39E-79EB-753D-3011-BFAAE635B912}"/>
          </ac:picMkLst>
        </pc:picChg>
        <pc:picChg chg="add mod">
          <ac:chgData name="Mario Aragón Valderrama" userId="ab42593c9091a3c7" providerId="LiveId" clId="{A94EC9C8-FC2E-45B4-829C-AEB6B286F687}" dt="2025-11-05T09:34:10.407" v="10730" actId="1076"/>
          <ac:picMkLst>
            <pc:docMk/>
            <pc:sldMk cId="1461310694" sldId="274"/>
            <ac:picMk id="10" creationId="{7ADEFD04-076B-92BF-D182-BF801606BBEF}"/>
          </ac:picMkLst>
        </pc:picChg>
        <pc:picChg chg="add mod">
          <ac:chgData name="Mario Aragón Valderrama" userId="ab42593c9091a3c7" providerId="LiveId" clId="{A94EC9C8-FC2E-45B4-829C-AEB6B286F687}" dt="2025-11-05T09:34:12.501" v="10731" actId="1076"/>
          <ac:picMkLst>
            <pc:docMk/>
            <pc:sldMk cId="1461310694" sldId="274"/>
            <ac:picMk id="13" creationId="{7AA491D9-67AC-2F66-8CF6-52562D3A93F9}"/>
          </ac:picMkLst>
        </pc:picChg>
      </pc:sldChg>
      <pc:sldChg chg="addSp delSp modSp add mod">
        <pc:chgData name="Mario Aragón Valderrama" userId="ab42593c9091a3c7" providerId="LiveId" clId="{A94EC9C8-FC2E-45B4-829C-AEB6B286F687}" dt="2025-10-31T11:28:11.084" v="4432" actId="14100"/>
        <pc:sldMkLst>
          <pc:docMk/>
          <pc:sldMk cId="510076081" sldId="275"/>
        </pc:sldMkLst>
        <pc:spChg chg="add mod">
          <ac:chgData name="Mario Aragón Valderrama" userId="ab42593c9091a3c7" providerId="LiveId" clId="{A94EC9C8-FC2E-45B4-829C-AEB6B286F687}" dt="2025-10-31T11:28:03.448" v="4430" actId="404"/>
          <ac:spMkLst>
            <pc:docMk/>
            <pc:sldMk cId="510076081" sldId="275"/>
            <ac:spMk id="2" creationId="{6E1CB8E1-A7AF-4194-E786-0C2B5FA8D536}"/>
          </ac:spMkLst>
        </pc:spChg>
        <pc:spChg chg="mod">
          <ac:chgData name="Mario Aragón Valderrama" userId="ab42593c9091a3c7" providerId="LiveId" clId="{A94EC9C8-FC2E-45B4-829C-AEB6B286F687}" dt="2025-10-31T11:26:26.858" v="4283" actId="1076"/>
          <ac:spMkLst>
            <pc:docMk/>
            <pc:sldMk cId="510076081" sldId="275"/>
            <ac:spMk id="633" creationId="{4E67A6DC-F5B2-EA88-5247-C9D91553210E}"/>
          </ac:spMkLst>
        </pc:spChg>
        <pc:picChg chg="add mod">
          <ac:chgData name="Mario Aragón Valderrama" userId="ab42593c9091a3c7" providerId="LiveId" clId="{A94EC9C8-FC2E-45B4-829C-AEB6B286F687}" dt="2025-10-31T11:28:08.508" v="4431" actId="14100"/>
          <ac:picMkLst>
            <pc:docMk/>
            <pc:sldMk cId="510076081" sldId="275"/>
            <ac:picMk id="6" creationId="{8CB74838-D0CC-6D08-1412-427DC3E2AD51}"/>
          </ac:picMkLst>
        </pc:picChg>
        <pc:picChg chg="add mod">
          <ac:chgData name="Mario Aragón Valderrama" userId="ab42593c9091a3c7" providerId="LiveId" clId="{A94EC9C8-FC2E-45B4-829C-AEB6B286F687}" dt="2025-10-31T11:28:11.084" v="4432" actId="14100"/>
          <ac:picMkLst>
            <pc:docMk/>
            <pc:sldMk cId="510076081" sldId="275"/>
            <ac:picMk id="8" creationId="{71EB766D-3C21-531E-D366-E4400B816191}"/>
          </ac:picMkLst>
        </pc:picChg>
      </pc:sldChg>
      <pc:sldChg chg="addSp modSp add mod">
        <pc:chgData name="Mario Aragón Valderrama" userId="ab42593c9091a3c7" providerId="LiveId" clId="{A94EC9C8-FC2E-45B4-829C-AEB6B286F687}" dt="2025-11-01T10:09:46.458" v="9474" actId="1076"/>
        <pc:sldMkLst>
          <pc:docMk/>
          <pc:sldMk cId="2847445187" sldId="276"/>
        </pc:sldMkLst>
        <pc:spChg chg="add mod">
          <ac:chgData name="Mario Aragón Valderrama" userId="ab42593c9091a3c7" providerId="LiveId" clId="{A94EC9C8-FC2E-45B4-829C-AEB6B286F687}" dt="2025-11-01T10:09:12.932" v="9467" actId="21"/>
          <ac:spMkLst>
            <pc:docMk/>
            <pc:sldMk cId="2847445187" sldId="276"/>
            <ac:spMk id="2" creationId="{5DC7541B-2A18-96CC-C402-B28CE1DC2D53}"/>
          </ac:spMkLst>
        </pc:spChg>
        <pc:spChg chg="add mod">
          <ac:chgData name="Mario Aragón Valderrama" userId="ab42593c9091a3c7" providerId="LiveId" clId="{A94EC9C8-FC2E-45B4-829C-AEB6B286F687}" dt="2025-11-01T10:09:46.458" v="9474" actId="1076"/>
          <ac:spMkLst>
            <pc:docMk/>
            <pc:sldMk cId="2847445187" sldId="276"/>
            <ac:spMk id="3" creationId="{2D950360-EF11-CB26-4AFA-7F7280BA4019}"/>
          </ac:spMkLst>
        </pc:spChg>
        <pc:spChg chg="mod">
          <ac:chgData name="Mario Aragón Valderrama" userId="ab42593c9091a3c7" providerId="LiveId" clId="{A94EC9C8-FC2E-45B4-829C-AEB6B286F687}" dt="2025-10-31T11:39:26.212" v="5608" actId="1076"/>
          <ac:spMkLst>
            <pc:docMk/>
            <pc:sldMk cId="2847445187" sldId="276"/>
            <ac:spMk id="633" creationId="{78E54363-0A7F-3955-B716-86EE04B3F77F}"/>
          </ac:spMkLst>
        </pc:spChg>
      </pc:sldChg>
      <pc:sldChg chg="addSp delSp modSp add mod">
        <pc:chgData name="Mario Aragón Valderrama" userId="ab42593c9091a3c7" providerId="LiveId" clId="{A94EC9C8-FC2E-45B4-829C-AEB6B286F687}" dt="2025-10-31T12:56:18.371" v="8028" actId="1076"/>
        <pc:sldMkLst>
          <pc:docMk/>
          <pc:sldMk cId="96848898" sldId="277"/>
        </pc:sldMkLst>
        <pc:spChg chg="add mod">
          <ac:chgData name="Mario Aragón Valderrama" userId="ab42593c9091a3c7" providerId="LiveId" clId="{A94EC9C8-FC2E-45B4-829C-AEB6B286F687}" dt="2025-10-31T12:50:27.701" v="7804" actId="20577"/>
          <ac:spMkLst>
            <pc:docMk/>
            <pc:sldMk cId="96848898" sldId="277"/>
            <ac:spMk id="2" creationId="{850C95A2-487A-DD08-1994-9119B199CE78}"/>
          </ac:spMkLst>
        </pc:spChg>
        <pc:spChg chg="add mod">
          <ac:chgData name="Mario Aragón Valderrama" userId="ab42593c9091a3c7" providerId="LiveId" clId="{A94EC9C8-FC2E-45B4-829C-AEB6B286F687}" dt="2025-10-31T12:55:38.566" v="8019" actId="1076"/>
          <ac:spMkLst>
            <pc:docMk/>
            <pc:sldMk cId="96848898" sldId="277"/>
            <ac:spMk id="9" creationId="{51263BE0-F9B9-D8D0-3B0A-0A88CEDFD45D}"/>
          </ac:spMkLst>
        </pc:spChg>
        <pc:spChg chg="add mod">
          <ac:chgData name="Mario Aragón Valderrama" userId="ab42593c9091a3c7" providerId="LiveId" clId="{A94EC9C8-FC2E-45B4-829C-AEB6B286F687}" dt="2025-10-31T12:54:07.565" v="8011" actId="20577"/>
          <ac:spMkLst>
            <pc:docMk/>
            <pc:sldMk cId="96848898" sldId="277"/>
            <ac:spMk id="10" creationId="{CB8960E5-90AD-AE6F-6756-4BF481848451}"/>
          </ac:spMkLst>
        </pc:spChg>
        <pc:spChg chg="add mod">
          <ac:chgData name="Mario Aragón Valderrama" userId="ab42593c9091a3c7" providerId="LiveId" clId="{A94EC9C8-FC2E-45B4-829C-AEB6B286F687}" dt="2025-10-31T12:55:42.304" v="8021" actId="1076"/>
          <ac:spMkLst>
            <pc:docMk/>
            <pc:sldMk cId="96848898" sldId="277"/>
            <ac:spMk id="11" creationId="{6AD0D5AA-59C3-51F4-0CA3-5085BFED3E06}"/>
          </ac:spMkLst>
        </pc:spChg>
        <pc:spChg chg="add mod">
          <ac:chgData name="Mario Aragón Valderrama" userId="ab42593c9091a3c7" providerId="LiveId" clId="{A94EC9C8-FC2E-45B4-829C-AEB6B286F687}" dt="2025-10-31T12:56:18.371" v="8028" actId="1076"/>
          <ac:spMkLst>
            <pc:docMk/>
            <pc:sldMk cId="96848898" sldId="277"/>
            <ac:spMk id="16" creationId="{A04C3FC8-534D-282D-E8B8-7A80F41C547F}"/>
          </ac:spMkLst>
        </pc:spChg>
        <pc:spChg chg="mod">
          <ac:chgData name="Mario Aragón Valderrama" userId="ab42593c9091a3c7" providerId="LiveId" clId="{A94EC9C8-FC2E-45B4-829C-AEB6B286F687}" dt="2025-10-31T12:53:18.641" v="7861" actId="1076"/>
          <ac:spMkLst>
            <pc:docMk/>
            <pc:sldMk cId="96848898" sldId="277"/>
            <ac:spMk id="633" creationId="{7C4B54FB-1DBD-071B-42BB-FDCCA4B52BAC}"/>
          </ac:spMkLst>
        </pc:spChg>
        <pc:picChg chg="add mod">
          <ac:chgData name="Mario Aragón Valderrama" userId="ab42593c9091a3c7" providerId="LiveId" clId="{A94EC9C8-FC2E-45B4-829C-AEB6B286F687}" dt="2025-10-31T12:55:37.303" v="8018" actId="14100"/>
          <ac:picMkLst>
            <pc:docMk/>
            <pc:sldMk cId="96848898" sldId="277"/>
            <ac:picMk id="6" creationId="{CAA4D302-3728-C348-1B0F-95C66B65D0F8}"/>
          </ac:picMkLst>
        </pc:picChg>
        <pc:picChg chg="add mod">
          <ac:chgData name="Mario Aragón Valderrama" userId="ab42593c9091a3c7" providerId="LiveId" clId="{A94EC9C8-FC2E-45B4-829C-AEB6B286F687}" dt="2025-10-31T12:55:40.071" v="8020" actId="1076"/>
          <ac:picMkLst>
            <pc:docMk/>
            <pc:sldMk cId="96848898" sldId="277"/>
            <ac:picMk id="8" creationId="{EFE9C1C0-BC77-C605-271B-8BF916B4DF5D}"/>
          </ac:picMkLst>
        </pc:picChg>
        <pc:picChg chg="add mod">
          <ac:chgData name="Mario Aragón Valderrama" userId="ab42593c9091a3c7" providerId="LiveId" clId="{A94EC9C8-FC2E-45B4-829C-AEB6B286F687}" dt="2025-10-31T12:55:46.546" v="8023" actId="14100"/>
          <ac:picMkLst>
            <pc:docMk/>
            <pc:sldMk cId="96848898" sldId="277"/>
            <ac:picMk id="13" creationId="{8BEEE918-019D-2D4E-8CB9-46C84E615698}"/>
          </ac:picMkLst>
        </pc:picChg>
        <pc:picChg chg="add mod">
          <ac:chgData name="Mario Aragón Valderrama" userId="ab42593c9091a3c7" providerId="LiveId" clId="{A94EC9C8-FC2E-45B4-829C-AEB6B286F687}" dt="2025-10-31T12:55:48.496" v="8024" actId="1076"/>
          <ac:picMkLst>
            <pc:docMk/>
            <pc:sldMk cId="96848898" sldId="277"/>
            <ac:picMk id="15" creationId="{F1EAD923-4663-2DF2-5645-25E9EBBFBE0D}"/>
          </ac:picMkLst>
        </pc:picChg>
      </pc:sldChg>
      <pc:sldChg chg="addSp delSp modSp add mod">
        <pc:chgData name="Mario Aragón Valderrama" userId="ab42593c9091a3c7" providerId="LiveId" clId="{A94EC9C8-FC2E-45B4-829C-AEB6B286F687}" dt="2025-10-31T13:21:45.430" v="9015" actId="20577"/>
        <pc:sldMkLst>
          <pc:docMk/>
          <pc:sldMk cId="2665368765" sldId="278"/>
        </pc:sldMkLst>
        <pc:spChg chg="add mod">
          <ac:chgData name="Mario Aragón Valderrama" userId="ab42593c9091a3c7" providerId="LiveId" clId="{A94EC9C8-FC2E-45B4-829C-AEB6B286F687}" dt="2025-10-31T12:40:53.232" v="7566" actId="20577"/>
          <ac:spMkLst>
            <pc:docMk/>
            <pc:sldMk cId="2665368765" sldId="278"/>
            <ac:spMk id="2" creationId="{D604109C-7A83-7410-C1FE-F6FB65CB1BAD}"/>
          </ac:spMkLst>
        </pc:spChg>
        <pc:spChg chg="add mod">
          <ac:chgData name="Mario Aragón Valderrama" userId="ab42593c9091a3c7" providerId="LiveId" clId="{A94EC9C8-FC2E-45B4-829C-AEB6B286F687}" dt="2025-10-31T13:12:21.890" v="8446" actId="255"/>
          <ac:spMkLst>
            <pc:docMk/>
            <pc:sldMk cId="2665368765" sldId="278"/>
            <ac:spMk id="3" creationId="{3F0E4919-B4FB-64E2-AEFB-C557656BB033}"/>
          </ac:spMkLst>
        </pc:spChg>
        <pc:spChg chg="add mod">
          <ac:chgData name="Mario Aragón Valderrama" userId="ab42593c9091a3c7" providerId="LiveId" clId="{A94EC9C8-FC2E-45B4-829C-AEB6B286F687}" dt="2025-10-31T13:21:45.430" v="9015" actId="20577"/>
          <ac:spMkLst>
            <pc:docMk/>
            <pc:sldMk cId="2665368765" sldId="278"/>
            <ac:spMk id="8" creationId="{D0841C18-B399-C215-D4D4-8610F482EDA2}"/>
          </ac:spMkLst>
        </pc:spChg>
        <pc:picChg chg="add mod">
          <ac:chgData name="Mario Aragón Valderrama" userId="ab42593c9091a3c7" providerId="LiveId" clId="{A94EC9C8-FC2E-45B4-829C-AEB6B286F687}" dt="2025-10-31T13:12:25.131" v="8447" actId="1076"/>
          <ac:picMkLst>
            <pc:docMk/>
            <pc:sldMk cId="2665368765" sldId="278"/>
            <ac:picMk id="7" creationId="{9B9E24F2-CFA5-8337-CB06-8FA0C27089D4}"/>
          </ac:picMkLst>
        </pc:picChg>
      </pc:sldChg>
      <pc:sldChg chg="addSp modSp add mod">
        <pc:chgData name="Mario Aragón Valderrama" userId="ab42593c9091a3c7" providerId="LiveId" clId="{A94EC9C8-FC2E-45B4-829C-AEB6B286F687}" dt="2025-10-31T12:19:21.016" v="7511" actId="20577"/>
        <pc:sldMkLst>
          <pc:docMk/>
          <pc:sldMk cId="192883723" sldId="279"/>
        </pc:sldMkLst>
        <pc:spChg chg="add mod">
          <ac:chgData name="Mario Aragón Valderrama" userId="ab42593c9091a3c7" providerId="LiveId" clId="{A94EC9C8-FC2E-45B4-829C-AEB6B286F687}" dt="2025-10-31T12:19:21.016" v="7511" actId="20577"/>
          <ac:spMkLst>
            <pc:docMk/>
            <pc:sldMk cId="192883723" sldId="279"/>
            <ac:spMk id="2" creationId="{A3CCF44F-B8BF-18DD-610B-AC1D8BFF48EF}"/>
          </ac:spMkLst>
        </pc:spChg>
        <pc:spChg chg="mod">
          <ac:chgData name="Mario Aragón Valderrama" userId="ab42593c9091a3c7" providerId="LiveId" clId="{A94EC9C8-FC2E-45B4-829C-AEB6B286F687}" dt="2025-10-31T11:57:01.337" v="6907" actId="1076"/>
          <ac:spMkLst>
            <pc:docMk/>
            <pc:sldMk cId="192883723" sldId="279"/>
            <ac:spMk id="633" creationId="{88BF07B4-089D-2999-03B1-E61BC35ADFED}"/>
          </ac:spMkLst>
        </pc:spChg>
      </pc:sldChg>
      <pc:sldChg chg="addSp delSp modSp add mod modClrScheme chgLayout">
        <pc:chgData name="Mario Aragón Valderrama" userId="ab42593c9091a3c7" providerId="LiveId" clId="{A94EC9C8-FC2E-45B4-829C-AEB6B286F687}" dt="2025-10-31T12:19:59.146" v="7520" actId="115"/>
        <pc:sldMkLst>
          <pc:docMk/>
          <pc:sldMk cId="3729417740" sldId="280"/>
        </pc:sldMkLst>
        <pc:spChg chg="mod ord">
          <ac:chgData name="Mario Aragón Valderrama" userId="ab42593c9091a3c7" providerId="LiveId" clId="{A94EC9C8-FC2E-45B4-829C-AEB6B286F687}" dt="2025-10-31T12:13:39.573" v="7279" actId="1076"/>
          <ac:spMkLst>
            <pc:docMk/>
            <pc:sldMk cId="3729417740" sldId="280"/>
            <ac:spMk id="59" creationId="{272A9B48-06CD-BA0E-9761-7A83F9A0C7F5}"/>
          </ac:spMkLst>
        </pc:spChg>
        <pc:spChg chg="add mod ord">
          <ac:chgData name="Mario Aragón Valderrama" userId="ab42593c9091a3c7" providerId="LiveId" clId="{A94EC9C8-FC2E-45B4-829C-AEB6B286F687}" dt="2025-10-31T12:13:39.573" v="7279" actId="1076"/>
          <ac:spMkLst>
            <pc:docMk/>
            <pc:sldMk cId="3729417740" sldId="280"/>
            <ac:spMk id="63" creationId="{DAAC3287-95C6-BA1F-9A87-A2ACA773479C}"/>
          </ac:spMkLst>
        </pc:spChg>
        <pc:spChg chg="mod ord">
          <ac:chgData name="Mario Aragón Valderrama" userId="ab42593c9091a3c7" providerId="LiveId" clId="{A94EC9C8-FC2E-45B4-829C-AEB6B286F687}" dt="2025-10-31T12:14:52.576" v="7297" actId="1076"/>
          <ac:spMkLst>
            <pc:docMk/>
            <pc:sldMk cId="3729417740" sldId="280"/>
            <ac:spMk id="583" creationId="{160C52B2-04F8-173B-FD6B-C29FC57BF3F5}"/>
          </ac:spMkLst>
        </pc:spChg>
        <pc:spChg chg="mod ord">
          <ac:chgData name="Mario Aragón Valderrama" userId="ab42593c9091a3c7" providerId="LiveId" clId="{A94EC9C8-FC2E-45B4-829C-AEB6B286F687}" dt="2025-10-31T12:14:36.650" v="7294" actId="166"/>
          <ac:spMkLst>
            <pc:docMk/>
            <pc:sldMk cId="3729417740" sldId="280"/>
            <ac:spMk id="587" creationId="{F5FADC25-6962-68E7-217A-0BA156D5F24E}"/>
          </ac:spMkLst>
        </pc:spChg>
        <pc:spChg chg="mod">
          <ac:chgData name="Mario Aragón Valderrama" userId="ab42593c9091a3c7" providerId="LiveId" clId="{A94EC9C8-FC2E-45B4-829C-AEB6B286F687}" dt="2025-10-31T12:00:01.427" v="6926"/>
          <ac:spMkLst>
            <pc:docMk/>
            <pc:sldMk cId="3729417740" sldId="280"/>
            <ac:spMk id="619" creationId="{AB150971-3AFF-C959-ACCF-A54E6949A937}"/>
          </ac:spMkLst>
        </pc:spChg>
        <pc:spChg chg="add mod">
          <ac:chgData name="Mario Aragón Valderrama" userId="ab42593c9091a3c7" providerId="LiveId" clId="{A94EC9C8-FC2E-45B4-829C-AEB6B286F687}" dt="2025-10-31T12:17:18.421" v="7487" actId="1076"/>
          <ac:spMkLst>
            <pc:docMk/>
            <pc:sldMk cId="3729417740" sldId="280"/>
            <ac:spMk id="631" creationId="{7AA7058E-9BE2-849D-0A76-2B2D241AFF6D}"/>
          </ac:spMkLst>
        </pc:spChg>
        <pc:spChg chg="add mod">
          <ac:chgData name="Mario Aragón Valderrama" userId="ab42593c9091a3c7" providerId="LiveId" clId="{A94EC9C8-FC2E-45B4-829C-AEB6B286F687}" dt="2025-10-31T12:16:31.116" v="7483" actId="404"/>
          <ac:spMkLst>
            <pc:docMk/>
            <pc:sldMk cId="3729417740" sldId="280"/>
            <ac:spMk id="632" creationId="{710A3BEA-2604-24E5-30E8-C13F32D4BE4C}"/>
          </ac:spMkLst>
        </pc:spChg>
        <pc:spChg chg="mod ord">
          <ac:chgData name="Mario Aragón Valderrama" userId="ab42593c9091a3c7" providerId="LiveId" clId="{A94EC9C8-FC2E-45B4-829C-AEB6B286F687}" dt="2025-10-31T12:06:32.496" v="7027" actId="1076"/>
          <ac:spMkLst>
            <pc:docMk/>
            <pc:sldMk cId="3729417740" sldId="280"/>
            <ac:spMk id="633" creationId="{F6C12439-9695-5DCC-5484-455797F0DD0A}"/>
          </ac:spMkLst>
        </pc:spChg>
        <pc:spChg chg="add mod">
          <ac:chgData name="Mario Aragón Valderrama" userId="ab42593c9091a3c7" providerId="LiveId" clId="{A94EC9C8-FC2E-45B4-829C-AEB6B286F687}" dt="2025-10-31T12:19:59.146" v="7520" actId="115"/>
          <ac:spMkLst>
            <pc:docMk/>
            <pc:sldMk cId="3729417740" sldId="280"/>
            <ac:spMk id="634" creationId="{51011016-44F2-FE07-8AF0-A81903637A7B}"/>
          </ac:spMkLst>
        </pc:spChg>
        <pc:grpChg chg="mod">
          <ac:chgData name="Mario Aragón Valderrama" userId="ab42593c9091a3c7" providerId="LiveId" clId="{A94EC9C8-FC2E-45B4-829C-AEB6B286F687}" dt="2025-10-31T12:13:39.573" v="7279" actId="1076"/>
          <ac:grpSpMkLst>
            <pc:docMk/>
            <pc:sldMk cId="3729417740" sldId="280"/>
            <ac:grpSpMk id="616" creationId="{211B4FB1-DED4-BE7B-08DF-63276B9D3A7C}"/>
          </ac:grpSpMkLst>
        </pc:grpChg>
        <pc:picChg chg="add mod">
          <ac:chgData name="Mario Aragón Valderrama" userId="ab42593c9091a3c7" providerId="LiveId" clId="{A94EC9C8-FC2E-45B4-829C-AEB6B286F687}" dt="2025-10-31T12:13:39.573" v="7279" actId="1076"/>
          <ac:picMkLst>
            <pc:docMk/>
            <pc:sldMk cId="3729417740" sldId="280"/>
            <ac:picMk id="628" creationId="{0049D36F-5CE6-EB69-3EFF-B0FC9696B8D3}"/>
          </ac:picMkLst>
        </pc:picChg>
        <pc:picChg chg="add mod">
          <ac:chgData name="Mario Aragón Valderrama" userId="ab42593c9091a3c7" providerId="LiveId" clId="{A94EC9C8-FC2E-45B4-829C-AEB6B286F687}" dt="2025-10-31T12:14:30.806" v="7292" actId="14100"/>
          <ac:picMkLst>
            <pc:docMk/>
            <pc:sldMk cId="3729417740" sldId="280"/>
            <ac:picMk id="630" creationId="{D6958A06-027A-312F-9B3B-4479111747AE}"/>
          </ac:picMkLst>
        </pc:picChg>
      </pc:sldChg>
      <pc:sldChg chg="modSp add">
        <pc:chgData name="Mario Aragón Valderrama" userId="ab42593c9091a3c7" providerId="LiveId" clId="{A94EC9C8-FC2E-45B4-829C-AEB6B286F687}" dt="2025-10-31T11:11:25.029" v="2790"/>
        <pc:sldMkLst>
          <pc:docMk/>
          <pc:sldMk cId="2941773835" sldId="281"/>
        </pc:sldMkLst>
        <pc:spChg chg="mod">
          <ac:chgData name="Mario Aragón Valderrama" userId="ab42593c9091a3c7" providerId="LiveId" clId="{A94EC9C8-FC2E-45B4-829C-AEB6B286F687}" dt="2025-10-31T11:11:25.029" v="2790"/>
          <ac:spMkLst>
            <pc:docMk/>
            <pc:sldMk cId="2941773835" sldId="281"/>
            <ac:spMk id="633" creationId="{D2F30AEF-5FFA-6775-646D-F971A970963C}"/>
          </ac:spMkLst>
        </pc:spChg>
      </pc:sldChg>
      <pc:sldChg chg="addSp delSp modSp add mod">
        <pc:chgData name="Mario Aragón Valderrama" userId="ab42593c9091a3c7" providerId="LiveId" clId="{A94EC9C8-FC2E-45B4-829C-AEB6B286F687}" dt="2025-11-05T09:16:41.744" v="9476" actId="22"/>
        <pc:sldMkLst>
          <pc:docMk/>
          <pc:sldMk cId="224675658" sldId="282"/>
        </pc:sldMkLst>
        <pc:spChg chg="mod">
          <ac:chgData name="Mario Aragón Valderrama" userId="ab42593c9091a3c7" providerId="LiveId" clId="{A94EC9C8-FC2E-45B4-829C-AEB6B286F687}" dt="2025-10-31T11:11:46.389" v="2797" actId="14100"/>
          <ac:spMkLst>
            <pc:docMk/>
            <pc:sldMk cId="224675658" sldId="282"/>
            <ac:spMk id="633" creationId="{9D897F01-AE23-9F34-64C8-027BAF49FE70}"/>
          </ac:spMkLst>
        </pc:spChg>
        <pc:picChg chg="add del">
          <ac:chgData name="Mario Aragón Valderrama" userId="ab42593c9091a3c7" providerId="LiveId" clId="{A94EC9C8-FC2E-45B4-829C-AEB6B286F687}" dt="2025-11-05T09:16:41.744" v="9476" actId="22"/>
          <ac:picMkLst>
            <pc:docMk/>
            <pc:sldMk cId="224675658" sldId="282"/>
            <ac:picMk id="3" creationId="{C14165EC-58F9-5396-F62A-40F8AFE6EC2E}"/>
          </ac:picMkLst>
        </pc:picChg>
      </pc:sldChg>
      <pc:sldChg chg="modSp add mod">
        <pc:chgData name="Mario Aragón Valderrama" userId="ab42593c9091a3c7" providerId="LiveId" clId="{A94EC9C8-FC2E-45B4-829C-AEB6B286F687}" dt="2025-10-31T11:11:57.069" v="2804" actId="14100"/>
        <pc:sldMkLst>
          <pc:docMk/>
          <pc:sldMk cId="2016856145" sldId="283"/>
        </pc:sldMkLst>
        <pc:spChg chg="mod">
          <ac:chgData name="Mario Aragón Valderrama" userId="ab42593c9091a3c7" providerId="LiveId" clId="{A94EC9C8-FC2E-45B4-829C-AEB6B286F687}" dt="2025-10-31T11:11:57.069" v="2804" actId="14100"/>
          <ac:spMkLst>
            <pc:docMk/>
            <pc:sldMk cId="2016856145" sldId="283"/>
            <ac:spMk id="633" creationId="{D5FA695C-D432-E93D-0A83-17103D7F6957}"/>
          </ac:spMkLst>
        </pc:spChg>
      </pc:sldChg>
      <pc:sldChg chg="modSp add">
        <pc:chgData name="Mario Aragón Valderrama" userId="ab42593c9091a3c7" providerId="LiveId" clId="{A94EC9C8-FC2E-45B4-829C-AEB6B286F687}" dt="2025-10-31T11:12:07.683" v="2805"/>
        <pc:sldMkLst>
          <pc:docMk/>
          <pc:sldMk cId="804811583" sldId="284"/>
        </pc:sldMkLst>
        <pc:spChg chg="mod">
          <ac:chgData name="Mario Aragón Valderrama" userId="ab42593c9091a3c7" providerId="LiveId" clId="{A94EC9C8-FC2E-45B4-829C-AEB6B286F687}" dt="2025-10-31T11:12:07.683" v="2805"/>
          <ac:spMkLst>
            <pc:docMk/>
            <pc:sldMk cId="804811583" sldId="284"/>
            <ac:spMk id="633" creationId="{DC5D79E9-BDAD-F1DC-A98F-4B21D1728099}"/>
          </ac:spMkLst>
        </pc:spChg>
      </pc:sldChg>
      <pc:sldMasterChg chg="addSldLayout delSldLayout">
        <pc:chgData name="Mario Aragón Valderrama" userId="ab42593c9091a3c7" providerId="LiveId" clId="{A94EC9C8-FC2E-45B4-829C-AEB6B286F687}" dt="2025-10-31T09:26:26.352" v="16" actId="47"/>
        <pc:sldMasterMkLst>
          <pc:docMk/>
          <pc:sldMasterMk cId="0" sldId="2147483665"/>
        </pc:sldMasterMkLst>
        <pc:sldLayoutChg chg="add del">
          <pc:chgData name="Mario Aragón Valderrama" userId="ab42593c9091a3c7" providerId="LiveId" clId="{A94EC9C8-FC2E-45B4-829C-AEB6B286F687}" dt="2025-10-31T09:26:26.352" v="16" actId="47"/>
          <pc:sldLayoutMkLst>
            <pc:docMk/>
            <pc:sldMasterMk cId="0" sldId="2147483665"/>
            <pc:sldLayoutMk cId="0" sldId="2147483652"/>
          </pc:sldLayoutMkLst>
        </pc:sldLayoutChg>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Diseño del </a:t>
          </a:r>
          <a:r>
            <a:rPr lang="es-ES" sz="800" dirty="0" err="1"/>
            <a:t>metadata</a:t>
          </a:r>
          <a:r>
            <a:rPr lang="es-ES" sz="800" dirty="0"/>
            <a:t> – Melissa</a:t>
          </a:r>
        </a:p>
        <a:p>
          <a:r>
            <a:rPr lang="es-ES" sz="800" dirty="0"/>
            <a:t>Análisis exploratorio de datos – </a:t>
          </a:r>
          <a:r>
            <a:rPr lang="es-ES" sz="800" dirty="0" err="1"/>
            <a:t>Wenjia</a:t>
          </a:r>
          <a:r>
            <a:rPr lang="es-ES" sz="800" dirty="0"/>
            <a:t> y </a:t>
          </a:r>
          <a:r>
            <a:rPr lang="es-ES" sz="800" dirty="0" err="1"/>
            <a:t>Siling</a:t>
          </a:r>
          <a:endParaRPr lang="es-ES" sz="800" dirty="0"/>
        </a:p>
        <a:p>
          <a:r>
            <a:rPr lang="es-ES" sz="800" dirty="0"/>
            <a:t>Análisis de </a:t>
          </a:r>
          <a:r>
            <a:rPr lang="es-ES" sz="800" dirty="0" err="1"/>
            <a:t>outliers</a:t>
          </a:r>
          <a:r>
            <a:rPr lang="es-ES" sz="800" dirty="0"/>
            <a:t> </a:t>
          </a:r>
          <a:r>
            <a:rPr lang="es-ES" sz="800" dirty="0" err="1"/>
            <a:t>pre-imputación</a:t>
          </a:r>
          <a:r>
            <a:rPr lang="es-ES" sz="800" dirty="0"/>
            <a:t>: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r>
            <a:rPr lang="es-ES" sz="800" dirty="0"/>
            <a:t>Imputación de valores faltantes – Mario y Laura</a:t>
          </a:r>
        </a:p>
        <a:p>
          <a:r>
            <a:rPr lang="es-ES" sz="800" dirty="0"/>
            <a:t>Análisis de </a:t>
          </a:r>
          <a:r>
            <a:rPr lang="es-ES" sz="800" dirty="0" err="1"/>
            <a:t>outliers</a:t>
          </a:r>
          <a:r>
            <a:rPr lang="es-ES" sz="800" dirty="0"/>
            <a:t> </a:t>
          </a:r>
          <a:r>
            <a:rPr lang="es-ES" sz="800" dirty="0" err="1"/>
            <a:t>post-imputación</a:t>
          </a:r>
          <a:r>
            <a:rPr lang="es-ES" sz="800" dirty="0"/>
            <a:t> – Mario, Laura y Melissa</a:t>
          </a:r>
        </a:p>
        <a:p>
          <a:r>
            <a:rPr lang="es-ES" sz="800" dirty="0"/>
            <a:t>Ingeniería de variables –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Modelado y evaluación de sus KPI</a:t>
          </a: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7F32E596-06EC-48C3-A09C-04CA91FC3646}">
      <dgm:prSet phldrT="[Texto]" phldr="0" custT="1"/>
      <dgm:spPr/>
      <dgm:t>
        <a:bodyPr/>
        <a:lstStyle/>
        <a:p>
          <a:r>
            <a:rPr lang="es-ES" sz="700" dirty="0"/>
            <a:t>Método KNN – </a:t>
          </a:r>
          <a:r>
            <a:rPr lang="es-ES" sz="700" dirty="0" err="1"/>
            <a:t>Siling</a:t>
          </a:r>
          <a:r>
            <a:rPr lang="es-ES" sz="700" dirty="0"/>
            <a:t> y Laura</a:t>
          </a:r>
        </a:p>
      </dgm:t>
    </dgm:pt>
    <dgm:pt modelId="{3CA22E8E-B6D2-474E-A562-2E6873661CBF}" type="parTrans" cxnId="{F5BFB7A7-DA96-4B2A-A712-D49E9BEFF153}">
      <dgm:prSet/>
      <dgm:spPr/>
      <dgm:t>
        <a:bodyPr/>
        <a:lstStyle/>
        <a:p>
          <a:endParaRPr lang="es-ES" sz="2400"/>
        </a:p>
      </dgm:t>
    </dgm:pt>
    <dgm:pt modelId="{EA306326-FF63-4C8E-B58E-DE3A1AA8769B}" type="sibTrans" cxnId="{F5BFB7A7-DA96-4B2A-A712-D49E9BEFF153}">
      <dgm:prSet/>
      <dgm:spPr/>
      <dgm:t>
        <a:bodyPr/>
        <a:lstStyle/>
        <a:p>
          <a:endParaRPr lang="es-ES" sz="2400"/>
        </a:p>
      </dgm:t>
    </dgm:pt>
    <dgm:pt modelId="{249D8C40-36DB-4241-9967-FD998032C2DA}">
      <dgm:prSet phldrT="[Texto]" phldr="0" custT="1"/>
      <dgm:spPr/>
      <dgm:t>
        <a:bodyPr/>
        <a:lstStyle/>
        <a:p>
          <a:r>
            <a:rPr lang="es-ES" sz="700" dirty="0"/>
            <a:t>Método </a:t>
          </a:r>
          <a:r>
            <a:rPr lang="es-ES" sz="700" dirty="0" err="1"/>
            <a:t>Naive</a:t>
          </a:r>
          <a:r>
            <a:rPr lang="es-ES" sz="700" dirty="0"/>
            <a:t> Bayes – Melissa y </a:t>
          </a:r>
          <a:r>
            <a:rPr lang="es-ES" sz="700" dirty="0" err="1"/>
            <a:t>Wenjia</a:t>
          </a:r>
          <a:endParaRPr lang="es-ES" sz="700" dirty="0"/>
        </a:p>
      </dgm:t>
    </dgm:pt>
    <dgm:pt modelId="{E1A988E4-349E-4757-8870-C71CC27E20A7}" type="parTrans" cxnId="{5D3C7EBA-3675-4CB3-B786-118349DD30C3}">
      <dgm:prSet/>
      <dgm:spPr/>
      <dgm:t>
        <a:bodyPr/>
        <a:lstStyle/>
        <a:p>
          <a:endParaRPr lang="es-ES" sz="2400"/>
        </a:p>
      </dgm:t>
    </dgm:pt>
    <dgm:pt modelId="{F275AD60-A384-48A0-84C2-5A1E5ABDC251}" type="sibTrans" cxnId="{5D3C7EBA-3675-4CB3-B786-118349DD30C3}">
      <dgm:prSet/>
      <dgm:spPr/>
      <dgm:t>
        <a:bodyPr/>
        <a:lstStyle/>
        <a:p>
          <a:endParaRPr lang="es-ES" sz="2400"/>
        </a:p>
      </dgm:t>
    </dgm:pt>
    <dgm:pt modelId="{B9802D42-76B7-4AE8-9963-A689582E6B35}">
      <dgm:prSet phldrT="[Texto]" phldr="0" custT="1"/>
      <dgm:spPr/>
      <dgm:t>
        <a:bodyPr/>
        <a:lstStyle/>
        <a:p>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AF2423DC-82A1-4E65-98F7-8C4D4E9BA053}">
      <dgm:prSet phldrT="[Texto]" phldr="0" custT="1"/>
      <dgm:spPr/>
      <dgm:t>
        <a:bodyPr/>
        <a:lstStyle/>
        <a:p>
          <a:endParaRPr lang="es-ES" sz="700" dirty="0"/>
        </a:p>
      </dgm:t>
    </dgm:pt>
    <dgm:pt modelId="{13516DD8-08A2-4F96-AC0C-71230459227B}" type="parTrans" cxnId="{986064BB-FA05-4630-8B08-E86CDE1769AB}">
      <dgm:prSet/>
      <dgm:spPr/>
      <dgm:t>
        <a:bodyPr/>
        <a:lstStyle/>
        <a:p>
          <a:endParaRPr lang="es-ES"/>
        </a:p>
      </dgm:t>
    </dgm:pt>
    <dgm:pt modelId="{4D87072F-125F-4294-883C-54F5E9CD8B1C}" type="sibTrans" cxnId="{986064BB-FA05-4630-8B08-E86CDE1769AB}">
      <dgm:prSet/>
      <dgm:spPr/>
      <dgm:t>
        <a:bodyPr/>
        <a:lstStyle/>
        <a:p>
          <a:endParaRPr lang="es-ES"/>
        </a:p>
      </dgm:t>
    </dgm:pt>
    <dgm:pt modelId="{CBFF6C33-7733-4A2E-9F4F-71A5C208EAE8}">
      <dgm:prSet phldrT="[Texto]" phldr="0" custT="1"/>
      <dgm:spPr/>
      <dgm:t>
        <a:bodyPr/>
        <a:lstStyle/>
        <a:p>
          <a:r>
            <a:rPr lang="es-ES" sz="700" dirty="0"/>
            <a:t>Para cada método se ha probado diversas bases de datos con diferentes selecciones de variables para comprobar cuál es el mejor</a:t>
          </a:r>
        </a:p>
      </dgm:t>
    </dgm:pt>
    <dgm:pt modelId="{6FCC6521-4EFE-4241-A97E-7E91A23E183F}" type="parTrans" cxnId="{C1FA232B-B25A-4818-9BCD-DEBE45316E2F}">
      <dgm:prSet/>
      <dgm:spPr/>
      <dgm:t>
        <a:bodyPr/>
        <a:lstStyle/>
        <a:p>
          <a:endParaRPr lang="es-ES"/>
        </a:p>
      </dgm:t>
    </dgm:pt>
    <dgm:pt modelId="{05CE11E1-ACF9-4DAF-930B-ADCD600844E6}" type="sibTrans" cxnId="{C1FA232B-B25A-4818-9BCD-DEBE45316E2F}">
      <dgm:prSet/>
      <dgm:spPr/>
      <dgm:t>
        <a:bodyPr/>
        <a:lstStyle/>
        <a:p>
          <a:endParaRPr lang="es-ES"/>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C1FA232B-B25A-4818-9BCD-DEBE45316E2F}" srcId="{D3DB2985-286F-4E1B-A3EF-B67DCD1C08F6}" destId="{CBFF6C33-7733-4A2E-9F4F-71A5C208EAE8}" srcOrd="3" destOrd="0" parTransId="{6FCC6521-4EFE-4241-A97E-7E91A23E183F}" sibTransId="{05CE11E1-ACF9-4DAF-930B-ADCD600844E6}"/>
    <dgm:cxn modelId="{18335230-78A8-45BC-9C99-E6CC84F92234}" type="presOf" srcId="{CBFF6C33-7733-4A2E-9F4F-71A5C208EAE8}" destId="{CCCE771C-F880-4686-A4B6-89572DC603BC}" srcOrd="1" destOrd="4" presId="urn:microsoft.com/office/officeart/2005/8/layout/vList4"/>
    <dgm:cxn modelId="{8782CE40-8DD3-4ADB-A873-E359E3EA8147}" type="presOf" srcId="{249D8C40-36DB-4241-9967-FD998032C2DA}" destId="{9368D843-76C1-42B0-834B-2DA28FCB0771}" srcOrd="0" destOrd="2" presId="urn:microsoft.com/office/officeart/2005/8/layout/vList4"/>
    <dgm:cxn modelId="{9974744E-C0B1-4F73-B4ED-7510389F128C}" type="presOf" srcId="{7F32E596-06EC-48C3-A09C-04CA91FC3646}" destId="{9368D843-76C1-42B0-834B-2DA28FCB0771}" srcOrd="0" destOrd="1" presId="urn:microsoft.com/office/officeart/2005/8/layout/vList4"/>
    <dgm:cxn modelId="{4141D94E-2E86-434B-BC2F-125887D42DA7}" type="presOf" srcId="{CBFF6C33-7733-4A2E-9F4F-71A5C208EAE8}" destId="{9368D843-76C1-42B0-834B-2DA28FCB0771}" srcOrd="0" destOrd="4" presId="urn:microsoft.com/office/officeart/2005/8/layout/vList4"/>
    <dgm:cxn modelId="{DF5B256E-1BCA-468C-AF06-39814118FCEF}" type="presOf" srcId="{B0A54B65-E829-4553-8B45-B4EBDAF3C233}" destId="{B12AE6C0-B4ED-4A08-98AA-6732B6DC385E}" srcOrd="0" destOrd="0"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CA7E1976-125C-4E25-B0E9-D36AE1BECE4E}" type="presOf" srcId="{249D8C40-36DB-4241-9967-FD998032C2DA}" destId="{CCCE771C-F880-4686-A4B6-89572DC603BC}" srcOrd="1" destOrd="2" presId="urn:microsoft.com/office/officeart/2005/8/layout/vList4"/>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A7896099-D8B3-44B5-9344-82700D552AE4}" type="presOf" srcId="{AF2423DC-82A1-4E65-98F7-8C4D4E9BA053}" destId="{CCCE771C-F880-4686-A4B6-89572DC603BC}" srcOrd="1" destOrd="3" presId="urn:microsoft.com/office/officeart/2005/8/layout/vList4"/>
    <dgm:cxn modelId="{712DF1A2-9649-4A26-A0DA-529186D8E53F}" type="presOf" srcId="{D3DB2985-286F-4E1B-A3EF-B67DCD1C08F6}" destId="{9368D843-76C1-42B0-834B-2DA28FCB0771}" srcOrd="0" destOrd="0" presId="urn:microsoft.com/office/officeart/2005/8/layout/vList4"/>
    <dgm:cxn modelId="{F5BFB7A7-DA96-4B2A-A712-D49E9BEFF153}" srcId="{D3DB2985-286F-4E1B-A3EF-B67DCD1C08F6}" destId="{7F32E596-06EC-48C3-A09C-04CA91FC3646}" srcOrd="0" destOrd="0" parTransId="{3CA22E8E-B6D2-474E-A562-2E6873661CBF}" sibTransId="{EA306326-FF63-4C8E-B58E-DE3A1AA8769B}"/>
    <dgm:cxn modelId="{A44658AC-B46F-4B08-B962-B06FFFD99B33}" srcId="{E0DBD592-C900-4D5D-A79A-93A58E8DA172}" destId="{B9802D42-76B7-4AE8-9963-A689582E6B35}" srcOrd="4" destOrd="0" parTransId="{5522CECA-745D-4D76-A87A-0DA536D5330D}" sibTransId="{1B62F6DE-B574-43AD-B04F-ABDF9E20E863}"/>
    <dgm:cxn modelId="{5D3C7EBA-3675-4CB3-B786-118349DD30C3}" srcId="{D3DB2985-286F-4E1B-A3EF-B67DCD1C08F6}" destId="{249D8C40-36DB-4241-9967-FD998032C2DA}" srcOrd="1" destOrd="0" parTransId="{E1A988E4-349E-4757-8870-C71CC27E20A7}" sibTransId="{F275AD60-A384-48A0-84C2-5A1E5ABDC251}"/>
    <dgm:cxn modelId="{986064BB-FA05-4630-8B08-E86CDE1769AB}" srcId="{D3DB2985-286F-4E1B-A3EF-B67DCD1C08F6}" destId="{AF2423DC-82A1-4E65-98F7-8C4D4E9BA053}" srcOrd="2" destOrd="0" parTransId="{13516DD8-08A2-4F96-AC0C-71230459227B}" sibTransId="{4D87072F-125F-4294-883C-54F5E9CD8B1C}"/>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5E2E55F1-3B50-4E5B-9D53-7D1CB568B001}" type="presOf" srcId="{7F32E596-06EC-48C3-A09C-04CA91FC3646}" destId="{CCCE771C-F880-4686-A4B6-89572DC603BC}" srcOrd="1" destOrd="1"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F061E8FE-427F-4FDE-8A99-C44C76C8DC58}" type="presOf" srcId="{AF2423DC-82A1-4E65-98F7-8C4D4E9BA053}" destId="{9368D843-76C1-42B0-834B-2DA28FCB0771}" srcOrd="0" destOrd="3" presId="urn:microsoft.com/office/officeart/2005/8/layout/vList4"/>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Análisis exploratorio de datos –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pre-imputación</a:t>
          </a:r>
          <a:r>
            <a:rPr lang="es-ES" sz="800" kern="1200" dirty="0"/>
            <a:t>: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Imputación de valores faltantes – Mario y Laura</a:t>
          </a:r>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post-imputación</a:t>
          </a:r>
          <a:r>
            <a:rPr lang="es-ES" sz="800" kern="1200" dirty="0"/>
            <a:t> – Mario, Laura y Melissa</a:t>
          </a:r>
        </a:p>
        <a:p>
          <a:pPr marL="0" lvl="0" indent="0" algn="l" defTabSz="355600">
            <a:lnSpc>
              <a:spcPct val="90000"/>
            </a:lnSpc>
            <a:spcBef>
              <a:spcPct val="0"/>
            </a:spcBef>
            <a:spcAft>
              <a:spcPct val="35000"/>
            </a:spcAft>
            <a:buNone/>
          </a:pPr>
          <a:r>
            <a:rPr lang="es-ES" sz="800" kern="1200" dirty="0"/>
            <a:t>Ingeniería de variables –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Modelado y evaluación de sus KPI</a:t>
          </a:r>
        </a:p>
        <a:p>
          <a:pPr marL="57150" lvl="1" indent="-57150" algn="l" defTabSz="311150">
            <a:lnSpc>
              <a:spcPct val="90000"/>
            </a:lnSpc>
            <a:spcBef>
              <a:spcPct val="0"/>
            </a:spcBef>
            <a:spcAft>
              <a:spcPct val="15000"/>
            </a:spcAft>
            <a:buChar char="•"/>
          </a:pPr>
          <a:r>
            <a:rPr lang="es-ES" sz="700" kern="1200" dirty="0"/>
            <a:t>Método KNN – </a:t>
          </a:r>
          <a:r>
            <a:rPr lang="es-ES" sz="700" kern="1200" dirty="0" err="1"/>
            <a:t>Siling</a:t>
          </a:r>
          <a:r>
            <a:rPr lang="es-ES" sz="700" kern="1200" dirty="0"/>
            <a:t> y Laura</a:t>
          </a:r>
        </a:p>
        <a:p>
          <a:pPr marL="57150" lvl="1" indent="-57150" algn="l" defTabSz="311150">
            <a:lnSpc>
              <a:spcPct val="90000"/>
            </a:lnSpc>
            <a:spcBef>
              <a:spcPct val="0"/>
            </a:spcBef>
            <a:spcAft>
              <a:spcPct val="15000"/>
            </a:spcAft>
            <a:buChar char="•"/>
          </a:pPr>
          <a:r>
            <a:rPr lang="es-ES" sz="700" kern="1200" dirty="0"/>
            <a:t>Método </a:t>
          </a:r>
          <a:r>
            <a:rPr lang="es-ES" sz="700" kern="1200" dirty="0" err="1"/>
            <a:t>Naive</a:t>
          </a:r>
          <a:r>
            <a:rPr lang="es-ES" sz="700" kern="1200" dirty="0"/>
            <a:t> Bayes – Melissa y </a:t>
          </a:r>
          <a:r>
            <a:rPr lang="es-ES" sz="700" kern="1200" dirty="0" err="1"/>
            <a:t>Wenjia</a:t>
          </a:r>
          <a:endParaRPr lang="es-ES" sz="700" kern="1200" dirty="0"/>
        </a:p>
        <a:p>
          <a:pPr marL="57150" lvl="1" indent="-57150" algn="l" defTabSz="311150">
            <a:lnSpc>
              <a:spcPct val="90000"/>
            </a:lnSpc>
            <a:spcBef>
              <a:spcPct val="0"/>
            </a:spcBef>
            <a:spcAft>
              <a:spcPct val="15000"/>
            </a:spcAft>
            <a:buChar char="•"/>
          </a:pPr>
          <a:endParaRPr lang="es-ES" sz="700" kern="1200" dirty="0"/>
        </a:p>
        <a:p>
          <a:pPr marL="57150" lvl="1" indent="-57150" algn="l" defTabSz="311150">
            <a:lnSpc>
              <a:spcPct val="90000"/>
            </a:lnSpc>
            <a:spcBef>
              <a:spcPct val="0"/>
            </a:spcBef>
            <a:spcAft>
              <a:spcPct val="15000"/>
            </a:spcAft>
            <a:buChar char="•"/>
          </a:pPr>
          <a:r>
            <a:rPr lang="es-ES" sz="700" kern="1200" dirty="0"/>
            <a:t>Para cada método se ha probado diversas bases de datos con diferentes selecciones de variables para comprobar cuál es el mejor</a:t>
          </a: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6D33954B-CE5E-85B4-AEE6-B5A570018D3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72502E0E-B1E1-66BF-8A33-1D8AF6177A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A0F5CC6-AC8B-99FD-2849-E6AD751B9C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40989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C634873-89C1-B667-B4FF-D04BF589D94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7108C43-DF47-01DD-BFE4-21BA4F8D21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A3DF2A-396F-1C9C-542D-A361B7DEDE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5473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0DBE889-C552-B74B-7563-32D01577C7A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A1F261E-255A-C564-3495-853A79A261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3D79D499-7264-4E07-DF6C-573EE7B812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39018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14A6873-DB54-CFF9-2A87-F53539E6C542}"/>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D1EA019-2F72-4102-2B10-237970B06C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AE3D04D-A1CB-D0BA-9313-F7B5D90FEB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473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1" r:id="rId11"/>
    <p:sldLayoutId id="2147483662"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wen2111/Mineria.gi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96340" y="229255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(maragonvalderrama@gmail.com)</a:t>
            </a:r>
          </a:p>
          <a:p>
            <a:r>
              <a:rPr lang="es-ES" dirty="0">
                <a:solidFill>
                  <a:schemeClr val="tx1"/>
                </a:solidFill>
              </a:rPr>
              <a:t>- Laura Belmonte (Laura.Belmonte@estudiantat.upc.edu)</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(siling.guo@estudiantat.ub.edu)</a:t>
            </a:r>
          </a:p>
          <a:p>
            <a:r>
              <a:rPr lang="es-ES" dirty="0">
                <a:solidFill>
                  <a:schemeClr val="tx1"/>
                </a:solidFill>
              </a:rPr>
              <a:t>- Melissa Vargas (melissa.Vargas@estudiantat.upc.edu)</a:t>
            </a:r>
          </a:p>
          <a:p>
            <a:r>
              <a:rPr lang="es-ES" dirty="0">
                <a:solidFill>
                  <a:schemeClr val="tx1"/>
                </a:solidFill>
              </a:rPr>
              <a:t>- </a:t>
            </a:r>
            <a:r>
              <a:rPr lang="es-ES" dirty="0" err="1">
                <a:solidFill>
                  <a:schemeClr val="tx1"/>
                </a:solidFill>
              </a:rPr>
              <a:t>Wenjia</a:t>
            </a:r>
            <a:r>
              <a:rPr lang="es-ES" dirty="0">
                <a:solidFill>
                  <a:schemeClr val="tx1"/>
                </a:solidFill>
              </a:rPr>
              <a:t> Ye (wenjia.ye@estudiantat.upc.edu)</a:t>
            </a:r>
          </a:p>
          <a:p>
            <a:pPr marL="342900" indent="-342900">
              <a:buFontTx/>
              <a:buChar char="-"/>
            </a:pPr>
            <a:endParaRPr lang="es-ES" dirty="0">
              <a:solidFill>
                <a:schemeClr val="tx1"/>
              </a:solidFill>
            </a:endParaRPr>
          </a:p>
          <a:p>
            <a:r>
              <a:rPr lang="es-ES" dirty="0">
                <a:solidFill>
                  <a:schemeClr val="tx1"/>
                </a:solidFill>
                <a:highlight>
                  <a:srgbClr val="FFFF00"/>
                </a:highlight>
                <a:hlinkClick r:id="rId3"/>
              </a:rPr>
              <a:t>Enlace </a:t>
            </a:r>
            <a:r>
              <a:rPr lang="es-ES" dirty="0" err="1">
                <a:solidFill>
                  <a:schemeClr val="tx1"/>
                </a:solidFill>
                <a:highlight>
                  <a:srgbClr val="FFFF00"/>
                </a:highlight>
                <a:hlinkClick r:id="rId3"/>
              </a:rPr>
              <a:t>Github</a:t>
            </a:r>
            <a:endParaRPr lang="es-ES" dirty="0">
              <a:solidFill>
                <a:schemeClr val="tx1"/>
              </a:solidFill>
              <a:highlight>
                <a:srgbClr val="FFFF0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4820" y="3502587"/>
            <a:ext cx="3227162" cy="97083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6367347" y="4288759"/>
            <a:ext cx="4352925" cy="369332"/>
          </a:xfrm>
          <a:prstGeom prst="rect">
            <a:avLst/>
          </a:prstGeom>
          <a:noFill/>
        </p:spPr>
        <p:txBody>
          <a:bodyPr wrap="square" rtlCol="0">
            <a:spAutoFit/>
          </a:bodyPr>
          <a:lstStyle/>
          <a:p>
            <a:r>
              <a:rPr lang="es-ES" dirty="0">
                <a:latin typeface="Arial Black" panose="020B0A04020102020204" pitchFamily="34" charset="0"/>
              </a:rPr>
              <a:t>Grado de Estadística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sp>
        <p:nvSpPr>
          <p:cNvPr id="2" name="CuadroTexto 1">
            <a:extLst>
              <a:ext uri="{FF2B5EF4-FFF2-40B4-BE49-F238E27FC236}">
                <a16:creationId xmlns:a16="http://schemas.microsoft.com/office/drawing/2014/main" id="{5EF82306-C561-E459-74E9-8E94BD154FAB}"/>
              </a:ext>
            </a:extLst>
          </p:cNvPr>
          <p:cNvSpPr txBox="1"/>
          <p:nvPr/>
        </p:nvSpPr>
        <p:spPr>
          <a:xfrm>
            <a:off x="462579" y="1112200"/>
            <a:ext cx="8218842" cy="4247317"/>
          </a:xfrm>
          <a:prstGeom prst="rect">
            <a:avLst/>
          </a:prstGeom>
          <a:noFill/>
        </p:spPr>
        <p:txBody>
          <a:bodyPr wrap="square" rtlCol="0">
            <a:spAutoFit/>
          </a:bodyPr>
          <a:lstStyle/>
          <a:p>
            <a:pPr marL="285750" indent="-285750">
              <a:buFont typeface="Wingdings" panose="05000000000000000000" pitchFamily="2" charset="2"/>
              <a:buChar char="§"/>
            </a:pPr>
            <a:r>
              <a:rPr lang="es-ES" sz="1200" b="1" dirty="0"/>
              <a:t>Contexto de aplicación:</a:t>
            </a:r>
            <a:br>
              <a:rPr lang="es-ES" sz="1200" dirty="0"/>
            </a:br>
            <a:r>
              <a:rPr lang="es-ES" sz="1200" dirty="0"/>
              <a:t>Entidad bancaria que busca entender las circunstancias que hacen que un cliente tome la decisión de abandonar el banco.</a:t>
            </a:r>
          </a:p>
          <a:p>
            <a:endParaRPr lang="es-ES" sz="1200" dirty="0"/>
          </a:p>
          <a:p>
            <a:pPr marL="285750" indent="-285750">
              <a:buFont typeface="Wingdings" panose="05000000000000000000" pitchFamily="2" charset="2"/>
              <a:buChar char="§"/>
            </a:pPr>
            <a:r>
              <a:rPr lang="es-ES" sz="1200" b="1" dirty="0"/>
              <a:t>Resumen del problema: </a:t>
            </a:r>
          </a:p>
          <a:p>
            <a:pPr lvl="3"/>
            <a:r>
              <a:rPr lang="es-ES" sz="1200" dirty="0"/>
              <a:t>Construir un modelo predictivo que ayude a clasificar los clientes de un banco en función de su riesgo de abandono a partir de una serie de variables sobre el mismo cliente.</a:t>
            </a:r>
          </a:p>
          <a:p>
            <a:endParaRPr lang="es-ES" sz="1200" dirty="0"/>
          </a:p>
          <a:p>
            <a:pPr marL="285750" indent="-285750">
              <a:buFont typeface="Wingdings" panose="05000000000000000000" pitchFamily="2" charset="2"/>
              <a:buChar char="§"/>
            </a:pPr>
            <a:r>
              <a:rPr lang="es-ES" sz="1200" b="1" dirty="0"/>
              <a:t>Objetivo principal:</a:t>
            </a:r>
            <a:br>
              <a:rPr lang="es-ES" sz="1200" dirty="0"/>
            </a:br>
            <a:r>
              <a:rPr lang="es-ES" sz="1200" dirty="0"/>
              <a:t>Modelizar la pérdida de clientes en función de ciertas variables sobre el usuario</a:t>
            </a:r>
          </a:p>
          <a:p>
            <a:pPr marL="285750" indent="-285750">
              <a:buFont typeface="Wingdings" panose="05000000000000000000" pitchFamily="2" charset="2"/>
              <a:buChar char="§"/>
            </a:pPr>
            <a:endParaRPr lang="es-ES" sz="1200" dirty="0"/>
          </a:p>
          <a:p>
            <a:pPr marL="285750" indent="-285750">
              <a:buFont typeface="Wingdings" panose="05000000000000000000" pitchFamily="2" charset="2"/>
              <a:buChar char="§"/>
            </a:pPr>
            <a:r>
              <a:rPr lang="es-ES" sz="1200" b="1" dirty="0"/>
              <a:t>Objetivos secundarios:</a:t>
            </a:r>
            <a:endParaRPr lang="es-ES" sz="1200" dirty="0"/>
          </a:p>
          <a:p>
            <a:r>
              <a:rPr lang="es-ES" sz="1200" dirty="0"/>
              <a:t>Análisis estructural de los datos: búsqueda de relaciones entre variables y influencia en la permanencia del cliente.</a:t>
            </a:r>
          </a:p>
          <a:p>
            <a:endParaRPr lang="es-ES" sz="1200" dirty="0"/>
          </a:p>
          <a:p>
            <a:pPr marL="285750" indent="-285750">
              <a:buFont typeface="Wingdings" panose="05000000000000000000" pitchFamily="2" charset="2"/>
              <a:buChar char="§"/>
            </a:pPr>
            <a:r>
              <a:rPr lang="es-ES" sz="1200" b="1" dirty="0" err="1"/>
              <a:t>KPIs</a:t>
            </a:r>
            <a:r>
              <a:rPr lang="es-ES" sz="1200" b="1" dirty="0"/>
              <a:t> de control:</a:t>
            </a:r>
            <a:endParaRPr lang="es-ES" sz="1200" dirty="0"/>
          </a:p>
          <a:p>
            <a:r>
              <a:rPr lang="es-ES" sz="1200" dirty="0" err="1"/>
              <a:t>Accuracy</a:t>
            </a:r>
            <a:r>
              <a:rPr lang="es-ES" sz="1200" dirty="0"/>
              <a:t>, </a:t>
            </a:r>
            <a:r>
              <a:rPr lang="es-ES" sz="1200" dirty="0" err="1"/>
              <a:t>Precision</a:t>
            </a:r>
            <a:r>
              <a:rPr lang="es-ES" sz="1200" dirty="0"/>
              <a:t> / </a:t>
            </a:r>
            <a:r>
              <a:rPr lang="es-ES" sz="1200" dirty="0" err="1"/>
              <a:t>Recall</a:t>
            </a:r>
            <a:r>
              <a:rPr lang="es-ES" sz="1200" dirty="0"/>
              <a:t>, </a:t>
            </a:r>
            <a:r>
              <a:rPr lang="es-ES" sz="1600" b="1" dirty="0"/>
              <a:t>F1-Score</a:t>
            </a:r>
            <a:r>
              <a:rPr lang="es-ES" sz="1200" dirty="0"/>
              <a:t>, AUC-ROC</a:t>
            </a:r>
          </a:p>
          <a:p>
            <a:endParaRPr lang="es-ES" sz="1200" dirty="0"/>
          </a:p>
          <a:p>
            <a:pPr marL="285750" indent="-285750">
              <a:buFont typeface="Wingdings" panose="05000000000000000000" pitchFamily="2" charset="2"/>
              <a:buChar char="§"/>
            </a:pPr>
            <a:r>
              <a:rPr lang="es-ES" sz="1200" b="1" dirty="0"/>
              <a:t>KPI de negocio:</a:t>
            </a:r>
          </a:p>
          <a:p>
            <a:r>
              <a:rPr lang="es-ES" sz="1200" dirty="0"/>
              <a:t>Tasa de retención</a:t>
            </a:r>
          </a:p>
          <a:p>
            <a:endParaRPr lang="es-ES" sz="1200" dirty="0"/>
          </a:p>
          <a:p>
            <a:endParaRPr lang="es-ES" sz="1200" dirty="0"/>
          </a:p>
          <a:p>
            <a:endParaRPr lang="es-E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2462213"/>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7581" y="3861995"/>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3748389943"/>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94099"/>
            <a:ext cx="2990626" cy="1169551"/>
          </a:xfrm>
          <a:prstGeom prst="rect">
            <a:avLst/>
          </a:prstGeom>
          <a:noFill/>
        </p:spPr>
        <p:txBody>
          <a:bodyPr wrap="square" rtlCol="0">
            <a:spAutoFit/>
          </a:bodyPr>
          <a:lstStyle/>
          <a:p>
            <a:r>
              <a:rPr lang="es-ES" dirty="0"/>
              <a:t>Se ha utilizado la metodología estándar para trabajo en equipo en el ámbito de Data </a:t>
            </a:r>
            <a:r>
              <a:rPr lang="es-ES" dirty="0" err="1"/>
              <a:t>Science</a:t>
            </a:r>
            <a:r>
              <a:rPr lang="es-ES" dirty="0"/>
              <a:t>: </a:t>
            </a:r>
            <a:r>
              <a:rPr lang="es-ES" b="1" dirty="0"/>
              <a:t>Cross </a:t>
            </a:r>
            <a:r>
              <a:rPr lang="es-ES" b="1" dirty="0" err="1"/>
              <a:t>Industry</a:t>
            </a:r>
            <a:r>
              <a:rPr lang="es-ES" b="1" dirty="0"/>
              <a:t> Standard </a:t>
            </a:r>
            <a:r>
              <a:rPr lang="es-ES" b="1" dirty="0" err="1"/>
              <a:t>Process</a:t>
            </a:r>
            <a:r>
              <a:rPr lang="es-ES" b="1" dirty="0"/>
              <a:t> </a:t>
            </a:r>
            <a:r>
              <a:rPr lang="es-ES" b="1" dirty="0" err="1"/>
              <a:t>for</a:t>
            </a:r>
            <a:r>
              <a:rPr lang="es-ES" b="1" dirty="0"/>
              <a:t> Data </a:t>
            </a:r>
            <a:r>
              <a:rPr lang="es-ES" b="1" dirty="0" err="1"/>
              <a:t>Mining</a:t>
            </a: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81994" y="2363650"/>
            <a:ext cx="2750004" cy="2663526"/>
          </a:xfrm>
          <a:prstGeom prst="rect">
            <a:avLst/>
          </a:prstGeom>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a:extLst>
              <a:ext uri="{FF2B5EF4-FFF2-40B4-BE49-F238E27FC236}">
                <a16:creationId xmlns:a16="http://schemas.microsoft.com/office/drawing/2014/main" id="{1D516515-DA42-9655-BB01-518323B33C34}"/>
              </a:ext>
            </a:extLst>
          </p:cNvPr>
          <p:cNvPicPr>
            <a:picLocks noChangeAspect="1"/>
          </p:cNvPicPr>
          <p:nvPr/>
        </p:nvPicPr>
        <p:blipFill>
          <a:blip r:embed="rId3"/>
          <a:stretch>
            <a:fillRect/>
          </a:stretch>
        </p:blipFill>
        <p:spPr>
          <a:xfrm>
            <a:off x="860611" y="1244318"/>
            <a:ext cx="3369761" cy="1745784"/>
          </a:xfrm>
          <a:prstGeom prst="rect">
            <a:avLst/>
          </a:prstGeom>
        </p:spPr>
      </p:pic>
      <p:sp>
        <p:nvSpPr>
          <p:cNvPr id="4" name="CuadroTexto 3">
            <a:extLst>
              <a:ext uri="{FF2B5EF4-FFF2-40B4-BE49-F238E27FC236}">
                <a16:creationId xmlns:a16="http://schemas.microsoft.com/office/drawing/2014/main" id="{3A063028-BC82-FA0D-BF4A-CD1689F34D4C}"/>
              </a:ext>
            </a:extLst>
          </p:cNvPr>
          <p:cNvSpPr txBox="1"/>
          <p:nvPr/>
        </p:nvSpPr>
        <p:spPr>
          <a:xfrm>
            <a:off x="4572000" y="1370384"/>
            <a:ext cx="4227755" cy="954107"/>
          </a:xfrm>
          <a:prstGeom prst="rect">
            <a:avLst/>
          </a:prstGeom>
          <a:noFill/>
        </p:spPr>
        <p:txBody>
          <a:bodyPr wrap="square" rtlCol="0">
            <a:spAutoFit/>
          </a:bodyPr>
          <a:lstStyle/>
          <a:p>
            <a:r>
              <a:rPr lang="es-ES" dirty="0"/>
              <a:t>Entre variables numéricas únicamente se ha encontrado correlaciones significativas entre </a:t>
            </a:r>
            <a:r>
              <a:rPr lang="es-ES" b="1" dirty="0">
                <a:solidFill>
                  <a:srgbClr val="0070C0"/>
                </a:solidFill>
              </a:rPr>
              <a:t>número de quejas – satisfacción </a:t>
            </a:r>
            <a:r>
              <a:rPr lang="es-ES" dirty="0"/>
              <a:t>del cliente y </a:t>
            </a:r>
            <a:r>
              <a:rPr lang="es-ES" b="1" dirty="0">
                <a:solidFill>
                  <a:srgbClr val="00B050"/>
                </a:solidFill>
              </a:rPr>
              <a:t>número de productos – balance</a:t>
            </a:r>
            <a:r>
              <a:rPr lang="es-ES" dirty="0"/>
              <a:t>.</a:t>
            </a:r>
          </a:p>
        </p:txBody>
      </p:sp>
      <p:pic>
        <p:nvPicPr>
          <p:cNvPr id="6" name="Imagen 5">
            <a:extLst>
              <a:ext uri="{FF2B5EF4-FFF2-40B4-BE49-F238E27FC236}">
                <a16:creationId xmlns:a16="http://schemas.microsoft.com/office/drawing/2014/main" id="{C419C444-B510-41D1-18DA-A0EDA21E4FC5}"/>
              </a:ext>
            </a:extLst>
          </p:cNvPr>
          <p:cNvPicPr>
            <a:picLocks noChangeAspect="1"/>
          </p:cNvPicPr>
          <p:nvPr/>
        </p:nvPicPr>
        <p:blipFill>
          <a:blip r:embed="rId4"/>
          <a:stretch>
            <a:fillRect/>
          </a:stretch>
        </p:blipFill>
        <p:spPr>
          <a:xfrm>
            <a:off x="860608" y="4046709"/>
            <a:ext cx="3496237" cy="1114581"/>
          </a:xfrm>
          <a:prstGeom prst="rect">
            <a:avLst/>
          </a:prstGeom>
        </p:spPr>
      </p:pic>
      <p:pic>
        <p:nvPicPr>
          <p:cNvPr id="8" name="Imagen 7">
            <a:extLst>
              <a:ext uri="{FF2B5EF4-FFF2-40B4-BE49-F238E27FC236}">
                <a16:creationId xmlns:a16="http://schemas.microsoft.com/office/drawing/2014/main" id="{F191712F-AF11-545F-6745-913AE7E68860}"/>
              </a:ext>
            </a:extLst>
          </p:cNvPr>
          <p:cNvPicPr>
            <a:picLocks noChangeAspect="1"/>
          </p:cNvPicPr>
          <p:nvPr/>
        </p:nvPicPr>
        <p:blipFill>
          <a:blip r:embed="rId5"/>
          <a:stretch>
            <a:fillRect/>
          </a:stretch>
        </p:blipFill>
        <p:spPr>
          <a:xfrm>
            <a:off x="913040" y="3122220"/>
            <a:ext cx="1695687" cy="952633"/>
          </a:xfrm>
          <a:prstGeom prst="rect">
            <a:avLst/>
          </a:prstGeom>
        </p:spPr>
      </p:pic>
      <p:sp>
        <p:nvSpPr>
          <p:cNvPr id="9" name="CuadroTexto 8">
            <a:extLst>
              <a:ext uri="{FF2B5EF4-FFF2-40B4-BE49-F238E27FC236}">
                <a16:creationId xmlns:a16="http://schemas.microsoft.com/office/drawing/2014/main" id="{DF775A01-8C66-64FB-3CC2-F9073BE005FF}"/>
              </a:ext>
            </a:extLst>
          </p:cNvPr>
          <p:cNvSpPr txBox="1"/>
          <p:nvPr/>
        </p:nvSpPr>
        <p:spPr>
          <a:xfrm>
            <a:off x="4572000" y="3053286"/>
            <a:ext cx="3948056" cy="1754326"/>
          </a:xfrm>
          <a:prstGeom prst="rect">
            <a:avLst/>
          </a:prstGeom>
          <a:noFill/>
        </p:spPr>
        <p:txBody>
          <a:bodyPr wrap="square" rtlCol="0">
            <a:spAutoFit/>
          </a:bodyPr>
          <a:lstStyle/>
          <a:p>
            <a:r>
              <a:rPr lang="es-ES" sz="1200" dirty="0"/>
              <a:t>Respecto a un </a:t>
            </a:r>
            <a:r>
              <a:rPr lang="es-ES" sz="1200" b="1" dirty="0"/>
              <a:t>análisis bivariante </a:t>
            </a:r>
            <a:r>
              <a:rPr lang="es-ES" sz="1200" dirty="0"/>
              <a:t>de </a:t>
            </a:r>
            <a:r>
              <a:rPr lang="es-ES" sz="1200" dirty="0" err="1"/>
              <a:t>Exited</a:t>
            </a:r>
            <a:r>
              <a:rPr lang="es-ES" sz="1200" dirty="0"/>
              <a:t> con las categóricas, únicamente se ha encontrado diferencias proporcionales en las variables </a:t>
            </a:r>
            <a:r>
              <a:rPr lang="es-ES" sz="1200" b="1" dirty="0" err="1"/>
              <a:t>Geography</a:t>
            </a:r>
            <a:r>
              <a:rPr lang="es-ES" sz="1200" b="1" dirty="0"/>
              <a:t>, </a:t>
            </a:r>
            <a:r>
              <a:rPr lang="es-ES" sz="1200" b="1" dirty="0" err="1"/>
              <a:t>Gender</a:t>
            </a:r>
            <a:r>
              <a:rPr lang="es-ES" sz="1200" b="1" dirty="0"/>
              <a:t> e </a:t>
            </a:r>
            <a:r>
              <a:rPr lang="es-ES" sz="1200" b="1" dirty="0" err="1"/>
              <a:t>IsAcativeMember</a:t>
            </a:r>
            <a:r>
              <a:rPr lang="es-ES" sz="1200" dirty="0"/>
              <a:t>. La columna gris es diferente para las categorías dentro de cada variable. Habrá que </a:t>
            </a:r>
            <a:r>
              <a:rPr lang="es-ES" sz="1200" dirty="0" err="1"/>
              <a:t>corrovorar</a:t>
            </a:r>
            <a:r>
              <a:rPr lang="es-ES" sz="1200" dirty="0"/>
              <a:t> esto mediante </a:t>
            </a:r>
            <a:r>
              <a:rPr lang="es-ES" sz="1200" dirty="0" err="1"/>
              <a:t>tests</a:t>
            </a:r>
            <a:r>
              <a:rPr lang="es-ES" sz="1200" dirty="0"/>
              <a:t> estadísticos.</a:t>
            </a:r>
          </a:p>
          <a:p>
            <a:endParaRPr lang="es-ES" sz="1200" dirty="0"/>
          </a:p>
          <a:p>
            <a:r>
              <a:rPr lang="es-ES" sz="1200" dirty="0"/>
              <a:t>Invirtiendo los ejes del histograma de </a:t>
            </a:r>
            <a:r>
              <a:rPr lang="es-ES" sz="1200" b="1" i="1" dirty="0" err="1"/>
              <a:t>Geography-Exited</a:t>
            </a:r>
            <a:r>
              <a:rPr lang="es-ES" sz="1200" b="1" i="1" dirty="0"/>
              <a:t> </a:t>
            </a:r>
            <a:r>
              <a:rPr lang="es-ES" sz="1200" dirty="0"/>
              <a:t>se observa más claramente la relación.</a:t>
            </a:r>
          </a:p>
        </p:txBody>
      </p:sp>
      <p:pic>
        <p:nvPicPr>
          <p:cNvPr id="11" name="Imagen 10">
            <a:extLst>
              <a:ext uri="{FF2B5EF4-FFF2-40B4-BE49-F238E27FC236}">
                <a16:creationId xmlns:a16="http://schemas.microsoft.com/office/drawing/2014/main" id="{69979F9F-1699-FEEA-4104-C18227B154EA}"/>
              </a:ext>
            </a:extLst>
          </p:cNvPr>
          <p:cNvPicPr>
            <a:picLocks noChangeAspect="1"/>
          </p:cNvPicPr>
          <p:nvPr/>
        </p:nvPicPr>
        <p:blipFill>
          <a:blip r:embed="rId6"/>
          <a:stretch>
            <a:fillRect/>
          </a:stretch>
        </p:blipFill>
        <p:spPr>
          <a:xfrm>
            <a:off x="2545491" y="4046709"/>
            <a:ext cx="1706492" cy="1019914"/>
          </a:xfrm>
          <a:prstGeom prst="rect">
            <a:avLst/>
          </a:prstGeom>
        </p:spPr>
      </p:pic>
      <p:pic>
        <p:nvPicPr>
          <p:cNvPr id="13" name="Imagen 12">
            <a:extLst>
              <a:ext uri="{FF2B5EF4-FFF2-40B4-BE49-F238E27FC236}">
                <a16:creationId xmlns:a16="http://schemas.microsoft.com/office/drawing/2014/main" id="{B57E5F5A-38EB-81A4-5B57-E486F1B32098}"/>
              </a:ext>
            </a:extLst>
          </p:cNvPr>
          <p:cNvPicPr>
            <a:picLocks noChangeAspect="1"/>
          </p:cNvPicPr>
          <p:nvPr/>
        </p:nvPicPr>
        <p:blipFill>
          <a:blip r:embed="rId7"/>
          <a:stretch>
            <a:fillRect/>
          </a:stretch>
        </p:blipFill>
        <p:spPr>
          <a:xfrm>
            <a:off x="2552000" y="3122220"/>
            <a:ext cx="1804845" cy="1017824"/>
          </a:xfrm>
          <a:prstGeom prst="rect">
            <a:avLst/>
          </a:prstGeom>
        </p:spPr>
      </p:pic>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2/2</a:t>
            </a:r>
            <a:endParaRPr dirty="0"/>
          </a:p>
        </p:txBody>
      </p:sp>
      <p:pic>
        <p:nvPicPr>
          <p:cNvPr id="3" name="Imagen 2">
            <a:extLst>
              <a:ext uri="{FF2B5EF4-FFF2-40B4-BE49-F238E27FC236}">
                <a16:creationId xmlns:a16="http://schemas.microsoft.com/office/drawing/2014/main" id="{F8B308B3-606D-5693-7118-602F333524E5}"/>
              </a:ext>
            </a:extLst>
          </p:cNvPr>
          <p:cNvPicPr>
            <a:picLocks noChangeAspect="1"/>
          </p:cNvPicPr>
          <p:nvPr/>
        </p:nvPicPr>
        <p:blipFill>
          <a:blip r:embed="rId3"/>
          <a:stretch>
            <a:fillRect/>
          </a:stretch>
        </p:blipFill>
        <p:spPr>
          <a:xfrm>
            <a:off x="720000" y="1360783"/>
            <a:ext cx="2045586" cy="1414690"/>
          </a:xfrm>
          <a:prstGeom prst="rect">
            <a:avLst/>
          </a:prstGeom>
        </p:spPr>
      </p:pic>
      <p:pic>
        <p:nvPicPr>
          <p:cNvPr id="5" name="Imagen 4">
            <a:extLst>
              <a:ext uri="{FF2B5EF4-FFF2-40B4-BE49-F238E27FC236}">
                <a16:creationId xmlns:a16="http://schemas.microsoft.com/office/drawing/2014/main" id="{178624F4-D358-A55A-7284-21B1DCA028A0}"/>
              </a:ext>
            </a:extLst>
          </p:cNvPr>
          <p:cNvPicPr>
            <a:picLocks noChangeAspect="1"/>
          </p:cNvPicPr>
          <p:nvPr/>
        </p:nvPicPr>
        <p:blipFill>
          <a:blip r:embed="rId4"/>
          <a:stretch>
            <a:fillRect/>
          </a:stretch>
        </p:blipFill>
        <p:spPr>
          <a:xfrm>
            <a:off x="3521515" y="1360783"/>
            <a:ext cx="2100969" cy="1414690"/>
          </a:xfrm>
          <a:prstGeom prst="rect">
            <a:avLst/>
          </a:prstGeom>
        </p:spPr>
      </p:pic>
      <p:sp>
        <p:nvSpPr>
          <p:cNvPr id="6" name="CuadroTexto 5">
            <a:extLst>
              <a:ext uri="{FF2B5EF4-FFF2-40B4-BE49-F238E27FC236}">
                <a16:creationId xmlns:a16="http://schemas.microsoft.com/office/drawing/2014/main" id="{BD19327A-FEC8-2546-D5CE-E67AF2C8E686}"/>
              </a:ext>
            </a:extLst>
          </p:cNvPr>
          <p:cNvSpPr txBox="1"/>
          <p:nvPr/>
        </p:nvSpPr>
        <p:spPr>
          <a:xfrm>
            <a:off x="6013525" y="1360783"/>
            <a:ext cx="2689411" cy="1384995"/>
          </a:xfrm>
          <a:prstGeom prst="rect">
            <a:avLst/>
          </a:prstGeom>
          <a:noFill/>
        </p:spPr>
        <p:txBody>
          <a:bodyPr wrap="square" rtlCol="0">
            <a:spAutoFit/>
          </a:bodyPr>
          <a:lstStyle/>
          <a:p>
            <a:r>
              <a:rPr lang="es-ES" dirty="0"/>
              <a:t>Estos </a:t>
            </a:r>
            <a:r>
              <a:rPr lang="es-ES" dirty="0" err="1"/>
              <a:t>boxplots</a:t>
            </a:r>
            <a:r>
              <a:rPr lang="es-ES" dirty="0"/>
              <a:t> son ejemplos de variables numéricas con relaciones que (por ahora visualmente) sospechamos significativas para Explicar </a:t>
            </a:r>
            <a:r>
              <a:rPr lang="es-ES" dirty="0" err="1"/>
              <a:t>Exited</a:t>
            </a:r>
            <a:r>
              <a:rPr lang="es-ES" dirty="0"/>
              <a:t>. Son </a:t>
            </a:r>
            <a:r>
              <a:rPr lang="es-ES" b="1" dirty="0"/>
              <a:t>Edad</a:t>
            </a:r>
            <a:r>
              <a:rPr lang="es-ES" dirty="0"/>
              <a:t> y </a:t>
            </a:r>
            <a:r>
              <a:rPr lang="es-ES" b="1" dirty="0"/>
              <a:t>Balance</a:t>
            </a:r>
            <a:r>
              <a:rPr lang="es-ES" dirty="0"/>
              <a:t>.</a:t>
            </a:r>
          </a:p>
        </p:txBody>
      </p:sp>
      <p:pic>
        <p:nvPicPr>
          <p:cNvPr id="8" name="Imagen 7">
            <a:extLst>
              <a:ext uri="{FF2B5EF4-FFF2-40B4-BE49-F238E27FC236}">
                <a16:creationId xmlns:a16="http://schemas.microsoft.com/office/drawing/2014/main" id="{9914B39E-79EB-753D-3011-BFAAE635B912}"/>
              </a:ext>
            </a:extLst>
          </p:cNvPr>
          <p:cNvPicPr>
            <a:picLocks noChangeAspect="1"/>
          </p:cNvPicPr>
          <p:nvPr/>
        </p:nvPicPr>
        <p:blipFill>
          <a:blip r:embed="rId5"/>
          <a:stretch>
            <a:fillRect/>
          </a:stretch>
        </p:blipFill>
        <p:spPr>
          <a:xfrm>
            <a:off x="519100" y="3398329"/>
            <a:ext cx="1576073" cy="957106"/>
          </a:xfrm>
          <a:prstGeom prst="rect">
            <a:avLst/>
          </a:prstGeom>
        </p:spPr>
      </p:pic>
      <p:pic>
        <p:nvPicPr>
          <p:cNvPr id="10" name="Imagen 9">
            <a:extLst>
              <a:ext uri="{FF2B5EF4-FFF2-40B4-BE49-F238E27FC236}">
                <a16:creationId xmlns:a16="http://schemas.microsoft.com/office/drawing/2014/main" id="{7ADEFD04-076B-92BF-D182-BF801606BBEF}"/>
              </a:ext>
            </a:extLst>
          </p:cNvPr>
          <p:cNvPicPr>
            <a:picLocks noChangeAspect="1"/>
          </p:cNvPicPr>
          <p:nvPr/>
        </p:nvPicPr>
        <p:blipFill>
          <a:blip r:embed="rId6"/>
          <a:stretch>
            <a:fillRect/>
          </a:stretch>
        </p:blipFill>
        <p:spPr>
          <a:xfrm>
            <a:off x="3958413" y="3398329"/>
            <a:ext cx="1653314" cy="957106"/>
          </a:xfrm>
          <a:prstGeom prst="rect">
            <a:avLst/>
          </a:prstGeom>
        </p:spPr>
      </p:pic>
      <p:sp>
        <p:nvSpPr>
          <p:cNvPr id="11" name="CuadroTexto 10">
            <a:extLst>
              <a:ext uri="{FF2B5EF4-FFF2-40B4-BE49-F238E27FC236}">
                <a16:creationId xmlns:a16="http://schemas.microsoft.com/office/drawing/2014/main" id="{94A685DF-E20C-512D-21F4-4547D83672C6}"/>
              </a:ext>
            </a:extLst>
          </p:cNvPr>
          <p:cNvSpPr txBox="1"/>
          <p:nvPr/>
        </p:nvSpPr>
        <p:spPr>
          <a:xfrm>
            <a:off x="6013525" y="3070976"/>
            <a:ext cx="2926080" cy="1815882"/>
          </a:xfrm>
          <a:prstGeom prst="rect">
            <a:avLst/>
          </a:prstGeom>
          <a:noFill/>
        </p:spPr>
        <p:txBody>
          <a:bodyPr wrap="square" rtlCol="0">
            <a:spAutoFit/>
          </a:bodyPr>
          <a:lstStyle/>
          <a:p>
            <a:r>
              <a:rPr lang="es-ES" dirty="0"/>
              <a:t>Estos son algunos ejemplos de relaciones de variables que solo pueden ser explicados desde la </a:t>
            </a:r>
            <a:r>
              <a:rPr lang="es-ES" b="1" dirty="0"/>
              <a:t>artificialidad</a:t>
            </a:r>
            <a:r>
              <a:rPr lang="es-ES" dirty="0"/>
              <a:t> de la base de datos: una variable se ha creado a partir de la otra y por tanto sabemos que es imposible que ambas sean significativas conjuntamente.</a:t>
            </a:r>
          </a:p>
        </p:txBody>
      </p:sp>
      <p:pic>
        <p:nvPicPr>
          <p:cNvPr id="13" name="Imagen 12">
            <a:extLst>
              <a:ext uri="{FF2B5EF4-FFF2-40B4-BE49-F238E27FC236}">
                <a16:creationId xmlns:a16="http://schemas.microsoft.com/office/drawing/2014/main" id="{7AA491D9-67AC-2F66-8CF6-52562D3A93F9}"/>
              </a:ext>
            </a:extLst>
          </p:cNvPr>
          <p:cNvPicPr>
            <a:picLocks noChangeAspect="1"/>
          </p:cNvPicPr>
          <p:nvPr/>
        </p:nvPicPr>
        <p:blipFill>
          <a:blip r:embed="rId7"/>
          <a:stretch>
            <a:fillRect/>
          </a:stretch>
        </p:blipFill>
        <p:spPr>
          <a:xfrm>
            <a:off x="2296072" y="3398329"/>
            <a:ext cx="1531433" cy="905696"/>
          </a:xfrm>
          <a:prstGeom prst="rect">
            <a:avLst/>
          </a:prstGeom>
        </p:spPr>
      </p:pic>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7D72F2-7F0A-5EA7-05E6-B39A36A8529A}"/>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4E67A6DC-F5B2-EA88-5247-C9D91553210E}"/>
              </a:ext>
            </a:extLst>
          </p:cNvPr>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sp>
        <p:nvSpPr>
          <p:cNvPr id="2" name="CuadroTexto 1">
            <a:extLst>
              <a:ext uri="{FF2B5EF4-FFF2-40B4-BE49-F238E27FC236}">
                <a16:creationId xmlns:a16="http://schemas.microsoft.com/office/drawing/2014/main" id="{6E1CB8E1-A7AF-4194-E786-0C2B5FA8D536}"/>
              </a:ext>
            </a:extLst>
          </p:cNvPr>
          <p:cNvSpPr txBox="1"/>
          <p:nvPr/>
        </p:nvSpPr>
        <p:spPr>
          <a:xfrm>
            <a:off x="392653" y="757198"/>
            <a:ext cx="8358693" cy="1692771"/>
          </a:xfrm>
          <a:prstGeom prst="rect">
            <a:avLst/>
          </a:prstGeom>
          <a:noFill/>
        </p:spPr>
        <p:txBody>
          <a:bodyPr wrap="square" rtlCol="0">
            <a:spAutoFit/>
          </a:bodyPr>
          <a:lstStyle/>
          <a:p>
            <a:pPr algn="just"/>
            <a:r>
              <a:rPr lang="es-ES" sz="1100" dirty="0"/>
              <a:t>Un primer análisis exploratorio de los NA evidenció que todas las variables (excepto ID) tenían un 30% de valores faltantes, y un test de MCAR nos permitió constatar que eran fruto de la aleatoriedad (pvalor~0.39).</a:t>
            </a:r>
          </a:p>
          <a:p>
            <a:pPr algn="just"/>
            <a:endParaRPr lang="es-ES" sz="1100" dirty="0"/>
          </a:p>
          <a:p>
            <a:pPr algn="just"/>
            <a:r>
              <a:rPr lang="es-ES" sz="1100" dirty="0"/>
              <a:t>Se probó métodos como imputación por media/mediana para numéricas y moda para categóricas, o  imputación por media según variable target </a:t>
            </a:r>
            <a:r>
              <a:rPr lang="es-ES" sz="1100" dirty="0" err="1"/>
              <a:t>Exited</a:t>
            </a:r>
            <a:r>
              <a:rPr lang="es-ES" sz="1100" dirty="0"/>
              <a:t>. Se obtuvieron resultados muy malos, dado que las distribuciones pre y post imputación diferían significativamente. También se probó KNN como técnica multivariante, y aunque el ajuste era mucho mejor, todavía era mejorable</a:t>
            </a:r>
          </a:p>
          <a:p>
            <a:pPr algn="just"/>
            <a:endParaRPr lang="es-ES" sz="1100" dirty="0"/>
          </a:p>
          <a:p>
            <a:pPr algn="just"/>
            <a:r>
              <a:rPr lang="es-ES" sz="1100" dirty="0"/>
              <a:t>Finalmente, tras aplicar el método </a:t>
            </a:r>
            <a:r>
              <a:rPr lang="es-ES" sz="1600" b="1" dirty="0"/>
              <a:t>MICE</a:t>
            </a:r>
            <a:r>
              <a:rPr lang="es-ES" sz="1100" dirty="0"/>
              <a:t> (multivariante), llegamos a unos resultados muy buenos, encontrando un ajuste prácticamente perfecto de las distribuciones. Se decidió validar el método y la base de datos imputada por MICE.</a:t>
            </a:r>
          </a:p>
        </p:txBody>
      </p:sp>
      <p:pic>
        <p:nvPicPr>
          <p:cNvPr id="6" name="Imagen 5">
            <a:extLst>
              <a:ext uri="{FF2B5EF4-FFF2-40B4-BE49-F238E27FC236}">
                <a16:creationId xmlns:a16="http://schemas.microsoft.com/office/drawing/2014/main" id="{8CB74838-D0CC-6D08-1412-427DC3E2AD51}"/>
              </a:ext>
            </a:extLst>
          </p:cNvPr>
          <p:cNvPicPr>
            <a:picLocks noChangeAspect="1"/>
          </p:cNvPicPr>
          <p:nvPr/>
        </p:nvPicPr>
        <p:blipFill>
          <a:blip r:embed="rId3"/>
          <a:stretch>
            <a:fillRect/>
          </a:stretch>
        </p:blipFill>
        <p:spPr>
          <a:xfrm>
            <a:off x="392653" y="2394289"/>
            <a:ext cx="4132816" cy="2770475"/>
          </a:xfrm>
          <a:prstGeom prst="rect">
            <a:avLst/>
          </a:prstGeom>
        </p:spPr>
      </p:pic>
      <p:pic>
        <p:nvPicPr>
          <p:cNvPr id="8" name="Imagen 7">
            <a:extLst>
              <a:ext uri="{FF2B5EF4-FFF2-40B4-BE49-F238E27FC236}">
                <a16:creationId xmlns:a16="http://schemas.microsoft.com/office/drawing/2014/main" id="{71EB766D-3C21-531E-D366-E4400B816191}"/>
              </a:ext>
            </a:extLst>
          </p:cNvPr>
          <p:cNvPicPr>
            <a:picLocks noChangeAspect="1"/>
          </p:cNvPicPr>
          <p:nvPr/>
        </p:nvPicPr>
        <p:blipFill>
          <a:blip r:embed="rId4"/>
          <a:stretch>
            <a:fillRect/>
          </a:stretch>
        </p:blipFill>
        <p:spPr>
          <a:xfrm>
            <a:off x="4571998" y="2387201"/>
            <a:ext cx="4182526" cy="2770476"/>
          </a:xfrm>
          <a:prstGeom prst="rect">
            <a:avLst/>
          </a:prstGeom>
        </p:spPr>
      </p:pic>
    </p:spTree>
    <p:extLst>
      <p:ext uri="{BB962C8B-B14F-4D97-AF65-F5344CB8AC3E}">
        <p14:creationId xmlns:p14="http://schemas.microsoft.com/office/powerpoint/2010/main" val="510076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3A616372-A7EF-DCE7-F509-F55FF02B3911}"/>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8E54363-0A7F-3955-B716-86EE04B3F77F}"/>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2" name="CuadroTexto 1">
            <a:extLst>
              <a:ext uri="{FF2B5EF4-FFF2-40B4-BE49-F238E27FC236}">
                <a16:creationId xmlns:a16="http://schemas.microsoft.com/office/drawing/2014/main" id="{5DC7541B-2A18-96CC-C402-B28CE1DC2D53}"/>
              </a:ext>
            </a:extLst>
          </p:cNvPr>
          <p:cNvSpPr txBox="1"/>
          <p:nvPr/>
        </p:nvSpPr>
        <p:spPr>
          <a:xfrm>
            <a:off x="580912" y="742295"/>
            <a:ext cx="8272631" cy="3847207"/>
          </a:xfrm>
          <a:prstGeom prst="rect">
            <a:avLst/>
          </a:prstGeom>
          <a:noFill/>
        </p:spPr>
        <p:txBody>
          <a:bodyPr wrap="square" rtlCol="0">
            <a:spAutoFit/>
          </a:bodyPr>
          <a:lstStyle/>
          <a:p>
            <a:r>
              <a:rPr lang="es-ES" sz="1200" dirty="0"/>
              <a:t>A nivel univariante se detectó para algunas variables cierto número de </a:t>
            </a:r>
            <a:r>
              <a:rPr lang="es-ES" sz="1200" dirty="0" err="1"/>
              <a:t>outliers</a:t>
            </a:r>
            <a:r>
              <a:rPr lang="es-ES" sz="1200" dirty="0"/>
              <a:t>.</a:t>
            </a:r>
          </a:p>
          <a:p>
            <a:r>
              <a:rPr lang="es-ES" sz="1200" dirty="0"/>
              <a:t>Univariante numérica: </a:t>
            </a:r>
            <a:r>
              <a:rPr lang="es-ES" sz="1200" b="1" i="1" dirty="0"/>
              <a:t>variables simétricas -&gt; Método IQR (1.5), </a:t>
            </a:r>
          </a:p>
          <a:p>
            <a:r>
              <a:rPr lang="es-ES" sz="1200" b="1" i="1" dirty="0"/>
              <a:t>variables no simétricas -&gt; </a:t>
            </a:r>
            <a:r>
              <a:rPr lang="es-ES" sz="1200" b="1" i="1" dirty="0" err="1"/>
              <a:t>Hampel</a:t>
            </a:r>
            <a:r>
              <a:rPr lang="es-ES" sz="1200" b="1" i="1" dirty="0"/>
              <a:t> </a:t>
            </a:r>
            <a:r>
              <a:rPr lang="es-ES" sz="1200" b="1" i="1" dirty="0" err="1"/>
              <a:t>identifier</a:t>
            </a:r>
            <a:r>
              <a:rPr lang="es-ES" sz="1200" b="1" i="1" dirty="0"/>
              <a:t> (trabaja con mediana y Median Absolute </a:t>
            </a:r>
            <a:r>
              <a:rPr lang="es-ES" sz="1200" b="1" i="1" dirty="0" err="1"/>
              <a:t>Deviation</a:t>
            </a:r>
            <a:r>
              <a:rPr lang="es-ES" sz="1200" b="1" i="1" dirty="0"/>
              <a:t>)</a:t>
            </a:r>
          </a:p>
          <a:p>
            <a:r>
              <a:rPr lang="es-ES" sz="1200" b="1" i="1" dirty="0"/>
              <a:t>Univariante categórica: frecuencias relativas</a:t>
            </a:r>
          </a:p>
          <a:p>
            <a:r>
              <a:rPr lang="es-ES" sz="1200" dirty="0"/>
              <a:t>- Su proporción respecto al total de la variable (&lt;5% en todos los casos)</a:t>
            </a:r>
          </a:p>
          <a:p>
            <a:r>
              <a:rPr lang="es-ES" sz="1200" dirty="0"/>
              <a:t>- Su valor (no había valores imposibles </a:t>
            </a:r>
            <a:r>
              <a:rPr lang="es-ES" sz="1200" dirty="0" err="1"/>
              <a:t>ej</a:t>
            </a:r>
            <a:r>
              <a:rPr lang="es-ES" sz="1200" dirty="0"/>
              <a:t>: edad=999)</a:t>
            </a:r>
          </a:p>
          <a:p>
            <a:endParaRPr lang="es-ES" sz="1200" dirty="0"/>
          </a:p>
          <a:p>
            <a:r>
              <a:rPr lang="es-ES" sz="1200" dirty="0"/>
              <a:t>A nivel multivariante: se utilizó </a:t>
            </a:r>
            <a:r>
              <a:rPr lang="es-ES" b="1" dirty="0"/>
              <a:t>distancia de </a:t>
            </a:r>
            <a:r>
              <a:rPr lang="es-ES" b="1" dirty="0" err="1"/>
              <a:t>Mahalanobis</a:t>
            </a:r>
            <a:r>
              <a:rPr lang="es-ES" b="1" dirty="0"/>
              <a:t> </a:t>
            </a:r>
            <a:r>
              <a:rPr lang="es-ES" sz="1200" dirty="0"/>
              <a:t>acompañada de algunos </a:t>
            </a:r>
            <a:r>
              <a:rPr lang="es-ES" b="1" dirty="0"/>
              <a:t>gráficos bivariantes</a:t>
            </a:r>
            <a:r>
              <a:rPr lang="es-ES" sz="1200" b="1" dirty="0"/>
              <a:t>.</a:t>
            </a:r>
          </a:p>
          <a:p>
            <a:endParaRPr lang="es-ES" sz="1200" dirty="0"/>
          </a:p>
          <a:p>
            <a:r>
              <a:rPr lang="es-ES" sz="1200" dirty="0"/>
              <a:t>- La mayoría de las observaciones presentan distancias de </a:t>
            </a:r>
            <a:r>
              <a:rPr lang="es-ES" sz="1200" dirty="0" err="1"/>
              <a:t>Mahalanobis</a:t>
            </a:r>
            <a:r>
              <a:rPr lang="es-ES" sz="1200" dirty="0"/>
              <a:t> dentro del rango esperado</a:t>
            </a:r>
          </a:p>
          <a:p>
            <a:endParaRPr lang="es-ES" sz="1200" dirty="0"/>
          </a:p>
          <a:p>
            <a:r>
              <a:rPr lang="es-ES" sz="1200" dirty="0"/>
              <a:t>- Se detectaron unas pocas observaciones con distancias significativamente mayores, situadas en la cola derecha de la distribución. Corresponden a puntos de edad, salario estimado y balance. </a:t>
            </a:r>
          </a:p>
          <a:p>
            <a:endParaRPr lang="es-ES" sz="1200" dirty="0"/>
          </a:p>
          <a:p>
            <a:r>
              <a:rPr lang="es-ES" sz="1200" dirty="0"/>
              <a:t>Tras analizar las distribuciones y los valores extremos de dichas variables se concluye que no son valores imposibles, y que pueden haber aparecido fruto de la aleatoriedad. </a:t>
            </a:r>
            <a:r>
              <a:rPr lang="es-ES" sz="1600" b="1" u="sng" dirty="0"/>
              <a:t>Se decide mantener los </a:t>
            </a:r>
            <a:r>
              <a:rPr lang="es-ES" sz="1600" b="1" u="sng" dirty="0" err="1"/>
              <a:t>outliers</a:t>
            </a:r>
            <a:r>
              <a:rPr lang="es-ES" sz="1600" b="1" u="sng" dirty="0"/>
              <a:t>.</a:t>
            </a:r>
          </a:p>
          <a:p>
            <a:endParaRPr lang="es-ES" sz="1200" dirty="0"/>
          </a:p>
          <a:p>
            <a:endParaRPr lang="es-ES" sz="1200" dirty="0"/>
          </a:p>
          <a:p>
            <a:endParaRPr lang="es-ES" sz="1200" dirty="0"/>
          </a:p>
          <a:p>
            <a:endParaRPr lang="es-ES" sz="1200" dirty="0"/>
          </a:p>
        </p:txBody>
      </p:sp>
      <p:sp>
        <p:nvSpPr>
          <p:cNvPr id="3" name="CuadroTexto 2">
            <a:extLst>
              <a:ext uri="{FF2B5EF4-FFF2-40B4-BE49-F238E27FC236}">
                <a16:creationId xmlns:a16="http://schemas.microsoft.com/office/drawing/2014/main" id="{2D950360-EF11-CB26-4AFA-7F7280BA4019}"/>
              </a:ext>
            </a:extLst>
          </p:cNvPr>
          <p:cNvSpPr txBox="1"/>
          <p:nvPr/>
        </p:nvSpPr>
        <p:spPr>
          <a:xfrm>
            <a:off x="704243" y="3923868"/>
            <a:ext cx="8025967" cy="95410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dirty="0"/>
              <a:t>Se realizó un estudio de </a:t>
            </a:r>
            <a:r>
              <a:rPr lang="es-ES" dirty="0" err="1"/>
              <a:t>outliers</a:t>
            </a:r>
            <a:r>
              <a:rPr lang="es-ES" dirty="0"/>
              <a:t> previo y posterior a la imputación, obteniendo los mismos resultados tanto a nivel univariante como multivariante, por lo que se decidió no tratar los </a:t>
            </a:r>
            <a:r>
              <a:rPr lang="es-ES" dirty="0" err="1"/>
              <a:t>outliers</a:t>
            </a:r>
            <a:r>
              <a:rPr lang="es-ES" dirty="0"/>
              <a:t> y aceptarlos como fruto de la normalidad</a:t>
            </a:r>
          </a:p>
          <a:p>
            <a:endParaRPr lang="es-ES" dirty="0"/>
          </a:p>
        </p:txBody>
      </p:sp>
    </p:spTree>
    <p:extLst>
      <p:ext uri="{BB962C8B-B14F-4D97-AF65-F5344CB8AC3E}">
        <p14:creationId xmlns:p14="http://schemas.microsoft.com/office/powerpoint/2010/main" val="2847445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169551"/>
          </a:xfrm>
          <a:prstGeom prst="rect">
            <a:avLst/>
          </a:prstGeom>
          <a:noFill/>
        </p:spPr>
        <p:txBody>
          <a:bodyPr wrap="square" rtlCol="0">
            <a:spAutoFit/>
          </a:bodyPr>
          <a:lstStyle/>
          <a:p>
            <a:pPr algn="just"/>
            <a:r>
              <a:rPr lang="es-ES" b="1" dirty="0" err="1"/>
              <a:t>ComplaintsCount</a:t>
            </a:r>
            <a:endParaRPr lang="es-ES" b="1" dirty="0"/>
          </a:p>
          <a:p>
            <a:pPr algn="just"/>
            <a:r>
              <a:rPr lang="es-ES" dirty="0"/>
              <a:t>Se ha optado por </a:t>
            </a:r>
            <a:r>
              <a:rPr lang="es-ES" dirty="0" err="1"/>
              <a:t>dummyficar</a:t>
            </a:r>
            <a:r>
              <a:rPr lang="es-ES" dirty="0"/>
              <a:t> esta variable, de modo que la información se reduce a si el cliente ha emitido alguna queja o no. Pasa de numérica a factor binario.</a:t>
            </a:r>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39086" y="2274261"/>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586585" y="2274261"/>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algn="just"/>
            <a:r>
              <a:rPr lang="es-ES" dirty="0"/>
              <a:t>Tras observar que la mayoría de clientes tienen 1 o 2 productos, y que una minoría tiene 3 o más, se ha decidido categorizar la variable con las categorías 1,2 y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539750"/>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408790" y="1001614"/>
            <a:ext cx="7842325" cy="1631216"/>
          </a:xfrm>
          <a:prstGeom prst="rect">
            <a:avLst/>
          </a:prstGeom>
          <a:noFill/>
        </p:spPr>
        <p:txBody>
          <a:bodyPr wrap="square" rtlCol="0">
            <a:spAutoFit/>
          </a:bodyPr>
          <a:lstStyle/>
          <a:p>
            <a:r>
              <a:rPr lang="es-ES" sz="1200" dirty="0"/>
              <a:t>Sobre la base de datos imputada y transformada se realizaron </a:t>
            </a:r>
            <a:r>
              <a:rPr lang="es-ES" sz="1200" dirty="0" err="1"/>
              <a:t>tests</a:t>
            </a:r>
            <a:r>
              <a:rPr lang="es-ES" sz="1200" dirty="0"/>
              <a:t> de significancia para determinar qué variables son importantes para describir el comportamiento de la variable </a:t>
            </a:r>
            <a:r>
              <a:rPr lang="es-ES" sz="1200" dirty="0" err="1"/>
              <a:t>Exited</a:t>
            </a:r>
            <a:r>
              <a:rPr lang="es-ES" sz="1200" dirty="0"/>
              <a:t>.</a:t>
            </a:r>
          </a:p>
          <a:p>
            <a:endParaRPr lang="es-ES" sz="1200" dirty="0"/>
          </a:p>
          <a:p>
            <a:r>
              <a:rPr lang="es-ES" sz="1200" dirty="0"/>
              <a:t>Variables numéricas: Test de mediana</a:t>
            </a:r>
          </a:p>
          <a:p>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408790" y="2434793"/>
            <a:ext cx="4677428" cy="1524213"/>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3959006"/>
            <a:ext cx="8326420" cy="1015663"/>
          </a:xfrm>
          <a:prstGeom prst="rect">
            <a:avLst/>
          </a:prstGeom>
          <a:noFill/>
        </p:spPr>
        <p:txBody>
          <a:bodyPr wrap="square" rtlCol="0">
            <a:spAutoFit/>
          </a:bodyPr>
          <a:lstStyle/>
          <a:p>
            <a:r>
              <a:rPr lang="es-ES" sz="1200" dirty="0"/>
              <a:t>No obstante, ya se realizó este test antes de la imputación de NA, y las variables </a:t>
            </a:r>
            <a:r>
              <a:rPr lang="es-ES" sz="1200" dirty="0" err="1"/>
              <a:t>EstimatedSalary</a:t>
            </a:r>
            <a:r>
              <a:rPr lang="es-ES" sz="1200" dirty="0"/>
              <a:t> y </a:t>
            </a:r>
            <a:r>
              <a:rPr lang="es-ES" sz="1200" dirty="0" err="1"/>
              <a:t>CreditScore</a:t>
            </a:r>
            <a:r>
              <a:rPr lang="es-ES" sz="1200" dirty="0"/>
              <a:t> resultaban significativas con un p-valor muy cercano a 0.05. </a:t>
            </a:r>
          </a:p>
          <a:p>
            <a:r>
              <a:rPr lang="es-ES" sz="1200" dirty="0"/>
              <a:t>Este resultado no es inesperado, ya que anteriormente presentaban p-valores sólo ligeramente inferiores a 0,05, lo que ya indicaba una significación marginal. No obstante, se probará el modelo para la base </a:t>
            </a:r>
            <a:r>
              <a:rPr lang="es-ES" sz="1200"/>
              <a:t>de datos reducida </a:t>
            </a:r>
            <a:r>
              <a:rPr lang="es-ES" sz="1200" dirty="0"/>
              <a:t>con y sin esas dos variables para ver si realmente se obtienen resultados diferentes.</a:t>
            </a:r>
          </a:p>
        </p:txBody>
      </p: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endParaRPr lang="es-ES" dirty="0"/>
          </a:p>
          <a:p>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t>Variables declaradas previamente como significativas concuerdan con las que aparecen en las reglas más informativas: </a:t>
            </a:r>
            <a:r>
              <a:rPr lang="es-ES" sz="1200" b="1" i="1" u="sng" dirty="0"/>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PREPARACIÓN PARA EL MODELADO</a:t>
            </a:r>
            <a:endParaRPr dirty="0"/>
          </a:p>
        </p:txBody>
      </p:sp>
      <p:sp>
        <p:nvSpPr>
          <p:cNvPr id="3" name="CuadroTexto 2">
            <a:extLst>
              <a:ext uri="{FF2B5EF4-FFF2-40B4-BE49-F238E27FC236}">
                <a16:creationId xmlns:a16="http://schemas.microsoft.com/office/drawing/2014/main" id="{6DD50AA9-EA06-88AD-9602-FB22841F2545}"/>
              </a:ext>
            </a:extLst>
          </p:cNvPr>
          <p:cNvSpPr txBox="1"/>
          <p:nvPr/>
        </p:nvSpPr>
        <p:spPr>
          <a:xfrm>
            <a:off x="1027299" y="1310894"/>
            <a:ext cx="7089401" cy="2985433"/>
          </a:xfrm>
          <a:prstGeom prst="rect">
            <a:avLst/>
          </a:prstGeom>
          <a:noFill/>
        </p:spPr>
        <p:txBody>
          <a:bodyPr wrap="square" rtlCol="0">
            <a:spAutoFit/>
          </a:bodyPr>
          <a:lstStyle/>
          <a:p>
            <a:pPr algn="just"/>
            <a:r>
              <a:rPr lang="es-ES" sz="1200" dirty="0"/>
              <a:t>Dado que los datos presentan un desbalance de clases —con un 80% de observaciones negativas (clientes que no se marchan del banco) y un 20% de observaciones positivas (clientes que sí se marchan), se aplicaron</a:t>
            </a:r>
            <a:r>
              <a:rPr lang="es-ES" sz="1600" dirty="0"/>
              <a:t> </a:t>
            </a:r>
            <a:r>
              <a:rPr lang="es-ES" sz="1200" dirty="0"/>
              <a:t>tres</a:t>
            </a:r>
            <a:r>
              <a:rPr lang="es-ES" sz="1600" b="1" dirty="0"/>
              <a:t> </a:t>
            </a:r>
            <a:r>
              <a:rPr lang="es-ES" sz="1600" b="1" u="sng" dirty="0"/>
              <a:t>técnicas de balanceo</a:t>
            </a:r>
            <a:r>
              <a:rPr lang="es-ES" sz="1600" b="1" dirty="0"/>
              <a:t> </a:t>
            </a:r>
            <a:r>
              <a:rPr lang="es-ES" sz="1200" dirty="0"/>
              <a:t>distintas: </a:t>
            </a:r>
            <a:r>
              <a:rPr lang="es-ES" sz="1200" dirty="0" err="1"/>
              <a:t>over-sampling</a:t>
            </a:r>
            <a:r>
              <a:rPr lang="es-ES" sz="1200" dirty="0"/>
              <a:t>, </a:t>
            </a:r>
            <a:r>
              <a:rPr lang="es-ES" sz="1200" dirty="0" err="1"/>
              <a:t>under-sampling</a:t>
            </a:r>
            <a:r>
              <a:rPr lang="es-ES" sz="1200" dirty="0"/>
              <a:t> y ROSE. Los resultados obtenidos no muestran diferencias significativas entre estos métodos.  Se ha comprobado que una vez balanceado los datos, se obtienen mejores resultados.</a:t>
            </a:r>
          </a:p>
          <a:p>
            <a:pPr algn="just"/>
            <a:endParaRPr lang="es-ES" sz="1200" dirty="0"/>
          </a:p>
          <a:p>
            <a:pPr algn="just"/>
            <a:r>
              <a:rPr lang="es-ES" sz="1200" dirty="0"/>
              <a:t>Para el modelado mediante KNN se empleó la técnica </a:t>
            </a:r>
            <a:r>
              <a:rPr lang="es-ES" sz="1600" b="1" u="sng" dirty="0"/>
              <a:t>FAMD</a:t>
            </a:r>
            <a:r>
              <a:rPr lang="es-ES" sz="1200" b="1" dirty="0"/>
              <a:t> </a:t>
            </a:r>
            <a:r>
              <a:rPr lang="es-ES" sz="1200" dirty="0"/>
              <a:t>(Factor </a:t>
            </a:r>
            <a:r>
              <a:rPr lang="es-ES" sz="1200" dirty="0" err="1"/>
              <a:t>Analysis</a:t>
            </a:r>
            <a:r>
              <a:rPr lang="es-ES" sz="1200" dirty="0"/>
              <a:t> </a:t>
            </a:r>
            <a:r>
              <a:rPr lang="es-ES" sz="1200" dirty="0" err="1"/>
              <a:t>of</a:t>
            </a:r>
            <a:r>
              <a:rPr lang="es-ES" sz="1200" dirty="0"/>
              <a:t> </a:t>
            </a:r>
            <a:r>
              <a:rPr lang="es-ES" sz="1200" dirty="0" err="1"/>
              <a:t>Mixed</a:t>
            </a:r>
            <a:r>
              <a:rPr lang="es-ES" sz="1200" dirty="0"/>
              <a:t> Data), ya que este método solo puede trabajar con variables numéricas. De esta manera, el uso de FAMD permitió transformar el conjunto de datos original —que contenía variables mixtas— en un espacio de dimensiones numéricas, posibilitando así el uso de KNN sobre dichas dimensiones en lugar de las variables originales.</a:t>
            </a:r>
          </a:p>
          <a:p>
            <a:pPr algn="just"/>
            <a:endParaRPr lang="es-ES" sz="1200" dirty="0"/>
          </a:p>
          <a:p>
            <a:pPr algn="just"/>
            <a:r>
              <a:rPr lang="es-ES" sz="1200" dirty="0"/>
              <a:t>De los datos que disponemos de la variable respuesta, se dividió en </a:t>
            </a:r>
            <a:r>
              <a:rPr lang="es-ES" sz="1200" b="1" dirty="0"/>
              <a:t>TRAIN (70%) i TEST (30%).</a:t>
            </a:r>
          </a:p>
          <a:p>
            <a:pPr algn="just"/>
            <a:r>
              <a:rPr lang="es-ES" sz="1200" dirty="0"/>
              <a:t>Se ha comprobado que la proporcionalidad de las clases positivas y negativas sea la misma en ambos grupos.</a:t>
            </a:r>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9DA72DED-976D-AE9F-E2C7-BD93B3D8543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9D897F01-AE23-9F34-64C8-027BAF49FE70}"/>
              </a:ext>
            </a:extLst>
          </p:cNvPr>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a:t>
            </a:r>
            <a:br>
              <a:rPr lang="es-ES" dirty="0"/>
            </a:br>
            <a:r>
              <a:rPr lang="es-ES" dirty="0"/>
              <a:t>MODELO 1: K-</a:t>
            </a:r>
            <a:r>
              <a:rPr lang="es-ES" dirty="0" err="1"/>
              <a:t>Nearest</a:t>
            </a:r>
            <a:r>
              <a:rPr lang="es-ES" dirty="0"/>
              <a:t> </a:t>
            </a:r>
            <a:r>
              <a:rPr lang="es-ES" dirty="0" err="1"/>
              <a:t>Neighors</a:t>
            </a:r>
            <a:endParaRPr dirty="0"/>
          </a:p>
        </p:txBody>
      </p:sp>
      <p:sp>
        <p:nvSpPr>
          <p:cNvPr id="2" name="TextBox 1">
            <a:extLst>
              <a:ext uri="{FF2B5EF4-FFF2-40B4-BE49-F238E27FC236}">
                <a16:creationId xmlns:a16="http://schemas.microsoft.com/office/drawing/2014/main" id="{4CBB7A73-8E27-6DED-3278-49E64CF96E14}"/>
              </a:ext>
            </a:extLst>
          </p:cNvPr>
          <p:cNvSpPr txBox="1"/>
          <p:nvPr/>
        </p:nvSpPr>
        <p:spPr>
          <a:xfrm>
            <a:off x="412190" y="1663809"/>
            <a:ext cx="4572000" cy="1169551"/>
          </a:xfrm>
          <a:prstGeom prst="rect">
            <a:avLst/>
          </a:prstGeom>
          <a:noFill/>
        </p:spPr>
        <p:txBody>
          <a:bodyPr wrap="square">
            <a:spAutoFit/>
          </a:bodyPr>
          <a:lstStyle/>
          <a:p>
            <a:pPr marL="285750" indent="-285750">
              <a:buFont typeface="Arial" panose="020B0604020202020204" pitchFamily="34" charset="0"/>
              <a:buChar char="•"/>
            </a:pPr>
            <a:r>
              <a:rPr lang="en-GB" b="1" dirty="0" err="1"/>
              <a:t>Estrategia</a:t>
            </a:r>
            <a:r>
              <a:rPr lang="en-GB" b="1" dirty="0"/>
              <a:t>:</a:t>
            </a:r>
            <a:r>
              <a:rPr lang="en-GB" dirty="0"/>
              <a:t> </a:t>
            </a:r>
            <a:r>
              <a:rPr lang="en-GB" dirty="0" err="1"/>
              <a:t>optimización</a:t>
            </a:r>
            <a:r>
              <a:rPr lang="en-GB" dirty="0"/>
              <a:t> del </a:t>
            </a:r>
            <a:r>
              <a:rPr lang="en-GB" dirty="0" err="1"/>
              <a:t>número</a:t>
            </a:r>
            <a:r>
              <a:rPr lang="en-GB" dirty="0"/>
              <a:t> de </a:t>
            </a:r>
            <a:r>
              <a:rPr lang="en-GB" dirty="0" err="1"/>
              <a:t>vecinos</a:t>
            </a:r>
            <a:r>
              <a:rPr lang="en-GB" dirty="0"/>
              <a:t> k=9 con </a:t>
            </a:r>
            <a:r>
              <a:rPr lang="en-GB" b="1" dirty="0" err="1"/>
              <a:t>validación</a:t>
            </a:r>
            <a:r>
              <a:rPr lang="en-GB" b="1" dirty="0"/>
              <a:t> </a:t>
            </a:r>
            <a:r>
              <a:rPr lang="en-GB" b="1" dirty="0" err="1"/>
              <a:t>cruzada</a:t>
            </a:r>
            <a:r>
              <a:rPr lang="en-GB" dirty="0"/>
              <a:t>.</a:t>
            </a:r>
          </a:p>
          <a:p>
            <a:endParaRPr lang="en-GB" b="1" dirty="0"/>
          </a:p>
          <a:p>
            <a:pPr marL="285750" indent="-285750">
              <a:buFont typeface="Arial" panose="020B0604020202020204" pitchFamily="34" charset="0"/>
              <a:buChar char="•"/>
            </a:pPr>
            <a:r>
              <a:rPr lang="en-GB" dirty="0" err="1"/>
              <a:t>Transformación</a:t>
            </a:r>
            <a:r>
              <a:rPr lang="en-GB" dirty="0"/>
              <a:t> de variables </a:t>
            </a:r>
            <a:r>
              <a:rPr lang="en-GB" dirty="0" err="1"/>
              <a:t>mediante</a:t>
            </a:r>
            <a:r>
              <a:rPr lang="en-GB" dirty="0"/>
              <a:t> </a:t>
            </a:r>
            <a:r>
              <a:rPr lang="en-GB" b="1" dirty="0"/>
              <a:t>FAMD</a:t>
            </a:r>
          </a:p>
          <a:p>
            <a:endParaRPr lang="en-GB" b="1" dirty="0"/>
          </a:p>
        </p:txBody>
      </p:sp>
    </p:spTree>
    <p:extLst>
      <p:ext uri="{BB962C8B-B14F-4D97-AF65-F5344CB8AC3E}">
        <p14:creationId xmlns:p14="http://schemas.microsoft.com/office/powerpoint/2010/main" val="224675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2037480-09F2-8CFA-AAA9-F29302E509B0}"/>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5FA695C-D432-E93D-0A83-17103D7F6957}"/>
              </a:ext>
            </a:extLst>
          </p:cNvPr>
          <p:cNvSpPr txBox="1">
            <a:spLocks noGrp="1"/>
          </p:cNvSpPr>
          <p:nvPr>
            <p:ph type="title"/>
          </p:nvPr>
        </p:nvSpPr>
        <p:spPr>
          <a:xfrm>
            <a:off x="258185" y="539500"/>
            <a:ext cx="8616874" cy="572700"/>
          </a:xfrm>
          <a:prstGeom prst="rect">
            <a:avLst/>
          </a:prstGeom>
        </p:spPr>
        <p:txBody>
          <a:bodyPr spcFirstLastPara="1" wrap="square" lIns="91425" tIns="91425" rIns="91425" bIns="91425" anchor="t" anchorCtr="0">
            <a:noAutofit/>
          </a:bodyPr>
          <a:lstStyle/>
          <a:p>
            <a:pPr lvl="0"/>
            <a:r>
              <a:rPr lang="es-ES" dirty="0"/>
              <a:t>MODELO 2: Clasificador </a:t>
            </a:r>
            <a:r>
              <a:rPr lang="es-ES" dirty="0" err="1"/>
              <a:t>Naive</a:t>
            </a:r>
            <a:r>
              <a:rPr lang="es-ES" dirty="0"/>
              <a:t> Bayes</a:t>
            </a:r>
            <a:endParaRPr dirty="0"/>
          </a:p>
        </p:txBody>
      </p:sp>
      <p:sp>
        <p:nvSpPr>
          <p:cNvPr id="5" name="TextBox 4">
            <a:extLst>
              <a:ext uri="{FF2B5EF4-FFF2-40B4-BE49-F238E27FC236}">
                <a16:creationId xmlns:a16="http://schemas.microsoft.com/office/drawing/2014/main" id="{786CA551-B91B-7B24-6F0F-925EE096618D}"/>
              </a:ext>
            </a:extLst>
          </p:cNvPr>
          <p:cNvSpPr txBox="1"/>
          <p:nvPr/>
        </p:nvSpPr>
        <p:spPr>
          <a:xfrm>
            <a:off x="258185" y="1346938"/>
            <a:ext cx="4572000" cy="2246769"/>
          </a:xfrm>
          <a:prstGeom prst="rect">
            <a:avLst/>
          </a:prstGeom>
          <a:noFill/>
        </p:spPr>
        <p:txBody>
          <a:bodyPr wrap="square">
            <a:spAutoFit/>
          </a:bodyPr>
          <a:lstStyle/>
          <a:p>
            <a:pPr marL="285750" indent="-285750">
              <a:buFont typeface="Arial" panose="020B0604020202020204" pitchFamily="34" charset="0"/>
              <a:buChar char="•"/>
            </a:pPr>
            <a:r>
              <a:rPr lang="en-GB" b="1" dirty="0" err="1"/>
              <a:t>Estrategia</a:t>
            </a:r>
            <a:r>
              <a:rPr lang="en-GB" b="1" dirty="0"/>
              <a:t>: </a:t>
            </a:r>
            <a:r>
              <a:rPr lang="en-GB" dirty="0" err="1"/>
              <a:t>validación</a:t>
            </a:r>
            <a:r>
              <a:rPr lang="en-GB" dirty="0"/>
              <a:t> </a:t>
            </a:r>
            <a:r>
              <a:rPr lang="en-GB" dirty="0" err="1"/>
              <a:t>cruzada</a:t>
            </a:r>
            <a:r>
              <a:rPr lang="en-GB" dirty="0"/>
              <a:t> </a:t>
            </a:r>
            <a:r>
              <a:rPr lang="en-GB" dirty="0" err="1"/>
              <a:t>repetida</a:t>
            </a:r>
            <a:r>
              <a:rPr lang="en-GB" dirty="0"/>
              <a:t> y </a:t>
            </a:r>
            <a:r>
              <a:rPr lang="en-GB" dirty="0" err="1"/>
              <a:t>balanceo</a:t>
            </a:r>
            <a:r>
              <a:rPr lang="en-GB" dirty="0"/>
              <a:t> de </a:t>
            </a:r>
            <a:r>
              <a:rPr lang="en-GB" dirty="0" err="1"/>
              <a:t>clases</a:t>
            </a:r>
            <a:r>
              <a:rPr lang="en-GB" dirty="0"/>
              <a:t>.</a:t>
            </a:r>
          </a:p>
          <a:p>
            <a:endParaRPr lang="en-GB" dirty="0"/>
          </a:p>
          <a:p>
            <a:pPr marL="285750" indent="-285750">
              <a:buFont typeface="Arial" panose="020B0604020202020204" pitchFamily="34" charset="0"/>
              <a:buChar char="•"/>
            </a:pPr>
            <a:r>
              <a:rPr lang="en-GB" dirty="0" err="1">
                <a:solidFill>
                  <a:schemeClr val="tx1"/>
                </a:solidFill>
              </a:rPr>
              <a:t>Reducción</a:t>
            </a:r>
            <a:r>
              <a:rPr lang="en-GB" dirty="0">
                <a:solidFill>
                  <a:schemeClr val="tx1"/>
                </a:solidFill>
              </a:rPr>
              <a:t> de </a:t>
            </a:r>
            <a:r>
              <a:rPr lang="en-GB" dirty="0" err="1">
                <a:solidFill>
                  <a:schemeClr val="tx1"/>
                </a:solidFill>
              </a:rPr>
              <a:t>dimensionalidad</a:t>
            </a:r>
            <a:r>
              <a:rPr lang="en-GB" dirty="0">
                <a:solidFill>
                  <a:schemeClr val="tx1"/>
                </a:solidFill>
              </a:rPr>
              <a:t> </a:t>
            </a:r>
            <a:r>
              <a:rPr lang="en-GB" dirty="0" err="1">
                <a:solidFill>
                  <a:schemeClr val="tx1"/>
                </a:solidFill>
              </a:rPr>
              <a:t>por</a:t>
            </a:r>
            <a:r>
              <a:rPr lang="en-GB" dirty="0">
                <a:solidFill>
                  <a:schemeClr val="tx1"/>
                </a:solidFill>
              </a:rPr>
              <a:t> </a:t>
            </a:r>
            <a:r>
              <a:rPr lang="en-GB" dirty="0" err="1">
                <a:solidFill>
                  <a:schemeClr val="tx1"/>
                </a:solidFill>
              </a:rPr>
              <a:t>selección</a:t>
            </a:r>
            <a:r>
              <a:rPr lang="en-GB" dirty="0">
                <a:solidFill>
                  <a:schemeClr val="tx1"/>
                </a:solidFill>
              </a:rPr>
              <a:t> </a:t>
            </a:r>
            <a:r>
              <a:rPr lang="en-GB" dirty="0" err="1">
                <a:solidFill>
                  <a:schemeClr val="tx1"/>
                </a:solidFill>
              </a:rPr>
              <a:t>según</a:t>
            </a:r>
            <a:r>
              <a:rPr lang="en-GB" dirty="0">
                <a:solidFill>
                  <a:schemeClr val="tx1"/>
                </a:solidFill>
              </a:rPr>
              <a:t> </a:t>
            </a:r>
            <a:r>
              <a:rPr lang="en-GB" b="1" dirty="0" err="1">
                <a:solidFill>
                  <a:schemeClr val="tx1"/>
                </a:solidFill>
              </a:rPr>
              <a:t>relevancia</a:t>
            </a:r>
            <a:r>
              <a:rPr lang="en-GB" b="1" dirty="0">
                <a:solidFill>
                  <a:schemeClr val="tx1"/>
                </a:solidFill>
              </a:rPr>
              <a:t> de </a:t>
            </a:r>
            <a:r>
              <a:rPr lang="en-GB" b="1" dirty="0" err="1">
                <a:solidFill>
                  <a:schemeClr val="tx1"/>
                </a:solidFill>
              </a:rPr>
              <a:t>atributos</a:t>
            </a:r>
            <a:r>
              <a:rPr lang="en-GB" dirty="0">
                <a:solidFill>
                  <a:schemeClr val="tx1"/>
                </a:solidFill>
              </a:rPr>
              <a:t>.</a:t>
            </a:r>
          </a:p>
          <a:p>
            <a:endParaRPr lang="en-GB" dirty="0">
              <a:solidFill>
                <a:schemeClr val="tx1"/>
              </a:solidFill>
            </a:endParaRPr>
          </a:p>
          <a:p>
            <a:pPr marL="285750" indent="-285750">
              <a:buFont typeface="Arial" panose="020B0604020202020204" pitchFamily="34" charset="0"/>
              <a:buChar char="•"/>
            </a:pPr>
            <a:r>
              <a:rPr lang="en-GB" dirty="0" err="1">
                <a:solidFill>
                  <a:schemeClr val="tx1"/>
                </a:solidFill>
              </a:rPr>
              <a:t>Predictoras</a:t>
            </a:r>
            <a:r>
              <a:rPr lang="en-GB" dirty="0">
                <a:solidFill>
                  <a:schemeClr val="tx1"/>
                </a:solidFill>
              </a:rPr>
              <a:t> </a:t>
            </a:r>
            <a:r>
              <a:rPr lang="en-GB" dirty="0" err="1">
                <a:solidFill>
                  <a:schemeClr val="tx1"/>
                </a:solidFill>
              </a:rPr>
              <a:t>participantes</a:t>
            </a:r>
            <a:r>
              <a:rPr lang="en-GB" dirty="0">
                <a:solidFill>
                  <a:schemeClr val="tx1"/>
                </a:solidFill>
              </a:rPr>
              <a:t>: "Geography”, "Gender”, "</a:t>
            </a:r>
            <a:r>
              <a:rPr lang="en-GB" dirty="0" err="1">
                <a:solidFill>
                  <a:schemeClr val="tx1"/>
                </a:solidFill>
              </a:rPr>
              <a:t>IsActiveMember</a:t>
            </a:r>
            <a:r>
              <a:rPr lang="en-GB" dirty="0">
                <a:solidFill>
                  <a:schemeClr val="tx1"/>
                </a:solidFill>
              </a:rPr>
              <a:t>”, "</a:t>
            </a:r>
            <a:r>
              <a:rPr lang="en-GB" dirty="0" err="1">
                <a:solidFill>
                  <a:schemeClr val="tx1"/>
                </a:solidFill>
              </a:rPr>
              <a:t>NumOfProducts_grupo</a:t>
            </a:r>
            <a:r>
              <a:rPr lang="en-GB" dirty="0">
                <a:solidFill>
                  <a:schemeClr val="tx1"/>
                </a:solidFill>
              </a:rPr>
              <a:t>”, "Age"            "Balance”.</a:t>
            </a:r>
          </a:p>
          <a:p>
            <a:endParaRPr lang="en-GB" dirty="0">
              <a:solidFill>
                <a:schemeClr val="tx1"/>
              </a:solidFill>
            </a:endParaRPr>
          </a:p>
        </p:txBody>
      </p:sp>
      <p:pic>
        <p:nvPicPr>
          <p:cNvPr id="8" name="Picture 7">
            <a:extLst>
              <a:ext uri="{FF2B5EF4-FFF2-40B4-BE49-F238E27FC236}">
                <a16:creationId xmlns:a16="http://schemas.microsoft.com/office/drawing/2014/main" id="{CC46BCDD-9A79-E182-E4F0-F8D75C3367C7}"/>
              </a:ext>
            </a:extLst>
          </p:cNvPr>
          <p:cNvPicPr>
            <a:picLocks noChangeAspect="1"/>
          </p:cNvPicPr>
          <p:nvPr/>
        </p:nvPicPr>
        <p:blipFill>
          <a:blip r:embed="rId3"/>
          <a:stretch>
            <a:fillRect/>
          </a:stretch>
        </p:blipFill>
        <p:spPr>
          <a:xfrm>
            <a:off x="680422" y="3995997"/>
            <a:ext cx="7772400" cy="712853"/>
          </a:xfrm>
          <a:prstGeom prst="rect">
            <a:avLst/>
          </a:prstGeom>
        </p:spPr>
      </p:pic>
      <p:sp>
        <p:nvSpPr>
          <p:cNvPr id="9" name="TextBox 8">
            <a:extLst>
              <a:ext uri="{FF2B5EF4-FFF2-40B4-BE49-F238E27FC236}">
                <a16:creationId xmlns:a16="http://schemas.microsoft.com/office/drawing/2014/main" id="{7B3A1467-6A88-9633-FDEE-F929D925F9D7}"/>
              </a:ext>
            </a:extLst>
          </p:cNvPr>
          <p:cNvSpPr txBox="1"/>
          <p:nvPr/>
        </p:nvSpPr>
        <p:spPr>
          <a:xfrm>
            <a:off x="3894931" y="3641078"/>
            <a:ext cx="1060383" cy="523220"/>
          </a:xfrm>
          <a:prstGeom prst="rect">
            <a:avLst/>
          </a:prstGeom>
          <a:noFill/>
        </p:spPr>
        <p:txBody>
          <a:bodyPr wrap="square">
            <a:spAutoFit/>
          </a:bodyPr>
          <a:lstStyle/>
          <a:p>
            <a:pPr marL="285750" indent="-285750">
              <a:buFont typeface="Arial" panose="020B0604020202020204" pitchFamily="34" charset="0"/>
              <a:buChar char="•"/>
            </a:pPr>
            <a:r>
              <a:rPr lang="en-GB" b="1" dirty="0"/>
              <a:t>KPIs:</a:t>
            </a:r>
            <a:endParaRPr lang="en-GB" dirty="0">
              <a:solidFill>
                <a:schemeClr val="tx1"/>
              </a:solidFill>
            </a:endParaRPr>
          </a:p>
          <a:p>
            <a:endParaRPr lang="en-GB" dirty="0">
              <a:solidFill>
                <a:schemeClr val="tx1"/>
              </a:solidFill>
            </a:endParaRPr>
          </a:p>
        </p:txBody>
      </p:sp>
      <p:pic>
        <p:nvPicPr>
          <p:cNvPr id="13" name="Picture 12" descr="A person with a churn&#10;&#10;Description automatically generated with medium confidence">
            <a:extLst>
              <a:ext uri="{FF2B5EF4-FFF2-40B4-BE49-F238E27FC236}">
                <a16:creationId xmlns:a16="http://schemas.microsoft.com/office/drawing/2014/main" id="{0F5BE09C-8D5B-A831-CCBC-B58BB3536016}"/>
              </a:ext>
            </a:extLst>
          </p:cNvPr>
          <p:cNvPicPr>
            <a:picLocks noChangeAspect="1"/>
          </p:cNvPicPr>
          <p:nvPr/>
        </p:nvPicPr>
        <p:blipFill>
          <a:blip r:embed="rId4"/>
          <a:stretch>
            <a:fillRect/>
          </a:stretch>
        </p:blipFill>
        <p:spPr>
          <a:xfrm>
            <a:off x="5178496" y="1300006"/>
            <a:ext cx="3274326" cy="1170316"/>
          </a:xfrm>
          <a:prstGeom prst="rect">
            <a:avLst/>
          </a:prstGeom>
        </p:spPr>
      </p:pic>
      <p:sp>
        <p:nvSpPr>
          <p:cNvPr id="14" name="TextBox 13">
            <a:extLst>
              <a:ext uri="{FF2B5EF4-FFF2-40B4-BE49-F238E27FC236}">
                <a16:creationId xmlns:a16="http://schemas.microsoft.com/office/drawing/2014/main" id="{B15D0492-8CAF-7CDB-665F-22045C4E76F5}"/>
              </a:ext>
            </a:extLst>
          </p:cNvPr>
          <p:cNvSpPr txBox="1"/>
          <p:nvPr/>
        </p:nvSpPr>
        <p:spPr>
          <a:xfrm>
            <a:off x="5178496" y="2829525"/>
            <a:ext cx="3106461" cy="738664"/>
          </a:xfrm>
          <a:prstGeom prst="rect">
            <a:avLst/>
          </a:prstGeom>
          <a:noFill/>
        </p:spPr>
        <p:txBody>
          <a:bodyPr wrap="square">
            <a:spAutoFit/>
          </a:bodyPr>
          <a:lstStyle/>
          <a:p>
            <a:pPr marL="285750" indent="-285750">
              <a:buFont typeface="Arial" panose="020B0604020202020204" pitchFamily="34" charset="0"/>
              <a:buChar char="•"/>
            </a:pPr>
            <a:r>
              <a:rPr lang="en-GB" dirty="0"/>
              <a:t>El </a:t>
            </a:r>
            <a:r>
              <a:rPr lang="en-GB" dirty="0" err="1"/>
              <a:t>modelo</a:t>
            </a:r>
            <a:r>
              <a:rPr lang="en-GB" dirty="0"/>
              <a:t> </a:t>
            </a:r>
            <a:r>
              <a:rPr lang="en-GB" dirty="0" err="1"/>
              <a:t>detecta</a:t>
            </a:r>
            <a:r>
              <a:rPr lang="en-GB" dirty="0"/>
              <a:t> un 67% de </a:t>
            </a:r>
            <a:r>
              <a:rPr lang="en-GB" dirty="0" err="1"/>
              <a:t>los</a:t>
            </a:r>
            <a:r>
              <a:rPr lang="en-GB" dirty="0"/>
              <a:t> </a:t>
            </a:r>
            <a:r>
              <a:rPr lang="en-GB" dirty="0" err="1"/>
              <a:t>casos</a:t>
            </a:r>
            <a:r>
              <a:rPr lang="en-GB" dirty="0"/>
              <a:t> que </a:t>
            </a:r>
            <a:r>
              <a:rPr lang="en-GB" dirty="0" err="1"/>
              <a:t>abandonan</a:t>
            </a:r>
            <a:r>
              <a:rPr lang="en-GB" dirty="0"/>
              <a:t> la </a:t>
            </a:r>
            <a:r>
              <a:rPr lang="en-GB" dirty="0" err="1"/>
              <a:t>entidad</a:t>
            </a:r>
            <a:r>
              <a:rPr lang="en-GB" dirty="0"/>
              <a:t> </a:t>
            </a:r>
            <a:r>
              <a:rPr lang="en-GB" dirty="0" err="1"/>
              <a:t>bancaria</a:t>
            </a:r>
            <a:endParaRPr lang="en-GB" dirty="0"/>
          </a:p>
        </p:txBody>
      </p:sp>
    </p:spTree>
    <p:extLst>
      <p:ext uri="{BB962C8B-B14F-4D97-AF65-F5344CB8AC3E}">
        <p14:creationId xmlns:p14="http://schemas.microsoft.com/office/powerpoint/2010/main" val="20168561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CONCLUSIONES y/o PRÓXIMOS PASOS</a:t>
            </a:r>
            <a:endParaRPr dirty="0"/>
          </a:p>
        </p:txBody>
      </p:sp>
      <p:sp>
        <p:nvSpPr>
          <p:cNvPr id="4" name="CuadroTexto 3">
            <a:extLst>
              <a:ext uri="{FF2B5EF4-FFF2-40B4-BE49-F238E27FC236}">
                <a16:creationId xmlns:a16="http://schemas.microsoft.com/office/drawing/2014/main" id="{4CEF49DF-7F3A-D9A6-DC5D-7CA93D590672}"/>
              </a:ext>
            </a:extLst>
          </p:cNvPr>
          <p:cNvSpPr txBox="1"/>
          <p:nvPr/>
        </p:nvSpPr>
        <p:spPr>
          <a:xfrm>
            <a:off x="1027299" y="1310894"/>
            <a:ext cx="7089401" cy="2954655"/>
          </a:xfrm>
          <a:prstGeom prst="rect">
            <a:avLst/>
          </a:prstGeom>
          <a:noFill/>
        </p:spPr>
        <p:txBody>
          <a:bodyPr wrap="square" rtlCol="0">
            <a:spAutoFit/>
          </a:bodyPr>
          <a:lstStyle/>
          <a:p>
            <a:pPr algn="just"/>
            <a:r>
              <a:rPr lang="es-ES" dirty="0"/>
              <a:t>Tras analizar los resultados obtenidos con las dos técnicas previamente aplicadas, se concluye que el desempeño fue insatisfactorio, ya que los modelos no lograron una capacidad predictiva adecuada ni una clasificación precisa de los datos. Esto sugiere que dichos métodos no son óptimos para abordar el problema planteado.</a:t>
            </a:r>
          </a:p>
          <a:p>
            <a:pPr algn="just"/>
            <a:endParaRPr lang="es-ES" dirty="0"/>
          </a:p>
          <a:p>
            <a:pPr algn="just"/>
            <a:r>
              <a:rPr lang="es-ES" dirty="0"/>
              <a:t>Por esta razón, se propone explorar nuevos enfoques que se adapten mejor a las características del conjunto de datos y que permitan mejorar el rendimiento del modelo. Como siguiente alternativa, se plantea implementar un </a:t>
            </a:r>
            <a:r>
              <a:rPr lang="es-ES" sz="1800" b="1" dirty="0"/>
              <a:t>árbol de decisión</a:t>
            </a:r>
            <a:r>
              <a:rPr lang="es-ES" dirty="0"/>
              <a:t>, dado que este método permite trabajar con variables tanto numéricas como categóricas y ofrece una interpretación clara del proceso de toma de decisiones. Además, se considera la posibilidad de evaluar otros algoritmos adicionales que aún están pendientes de selección, con el objetivo de identificar el método más adecuado para este caso de estudio.</a:t>
            </a:r>
          </a:p>
        </p:txBody>
      </p:sp>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426</TotalTime>
  <Words>1989</Words>
  <Application>Microsoft Macintosh PowerPoint</Application>
  <PresentationFormat>On-screen Show (16:9)</PresentationFormat>
  <Paragraphs>144</Paragraphs>
  <Slides>16</Slides>
  <Notes>16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Didact Gothic</vt:lpstr>
      <vt:lpstr>Raleway</vt:lpstr>
      <vt:lpstr>Wingdings</vt:lpstr>
      <vt:lpstr>Arial</vt:lpstr>
      <vt:lpstr>Poppins</vt:lpstr>
      <vt:lpstr>Libre Franklin</vt:lpstr>
      <vt:lpstr>Arial Rounded MT Bold</vt:lpstr>
      <vt:lpstr>Arial Black</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Exploratory Data Analysis (EDA) 2/2</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 MODELO 1: K-Nearest Neighors</vt:lpstr>
      <vt:lpstr>MODELO 2: Clasificador Naive Bayes</vt:lpstr>
      <vt:lpstr>CONCLUSIONES y/o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MELISSA VARGAS JEREZ</cp:lastModifiedBy>
  <cp:revision>3</cp:revision>
  <dcterms:modified xsi:type="dcterms:W3CDTF">2025-11-06T13:39:32Z</dcterms:modified>
</cp:coreProperties>
</file>