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5" r:id="rId1"/>
  </p:sldMasterIdLst>
  <p:notesMasterIdLst>
    <p:notesMasterId r:id="rId18"/>
  </p:notesMasterIdLst>
  <p:sldIdLst>
    <p:sldId id="256" r:id="rId2"/>
    <p:sldId id="270" r:id="rId3"/>
    <p:sldId id="271" r:id="rId4"/>
    <p:sldId id="272" r:id="rId5"/>
    <p:sldId id="273" r:id="rId6"/>
    <p:sldId id="274" r:id="rId7"/>
    <p:sldId id="275" r:id="rId8"/>
    <p:sldId id="276" r:id="rId9"/>
    <p:sldId id="277" r:id="rId10"/>
    <p:sldId id="278" r:id="rId11"/>
    <p:sldId id="279" r:id="rId12"/>
    <p:sldId id="280" r:id="rId13"/>
    <p:sldId id="281" r:id="rId14"/>
    <p:sldId id="282" r:id="rId15"/>
    <p:sldId id="283" r:id="rId16"/>
    <p:sldId id="284" r:id="rId17"/>
  </p:sldIdLst>
  <p:sldSz cx="9144000" cy="5143500" type="screen16x9"/>
  <p:notesSz cx="6858000" cy="9144000"/>
  <p:embeddedFontLst>
    <p:embeddedFont>
      <p:font typeface="Arial Black" panose="020B0A04020102020204" pitchFamily="34" charset="0"/>
      <p:bold r:id="rId19"/>
    </p:embeddedFont>
    <p:embeddedFont>
      <p:font typeface="Arial Rounded MT Bold" panose="020F0704030504030204" pitchFamily="34" charset="0"/>
      <p:regular r:id="rId20"/>
    </p:embeddedFont>
    <p:embeddedFont>
      <p:font typeface="Didact Gothic" panose="00000500000000000000" pitchFamily="2" charset="0"/>
      <p:regular r:id="rId21"/>
    </p:embeddedFont>
    <p:embeddedFont>
      <p:font typeface="Libre Franklin" pitchFamily="2" charset="0"/>
      <p:regular r:id="rId22"/>
      <p:bold r:id="rId23"/>
      <p:italic r:id="rId24"/>
      <p:boldItalic r:id="rId25"/>
    </p:embeddedFont>
    <p:embeddedFont>
      <p:font typeface="Poppins" panose="00000500000000000000" pitchFamily="2" charset="0"/>
      <p:regular r:id="rId26"/>
      <p:bold r:id="rId27"/>
      <p:italic r:id="rId28"/>
      <p:boldItalic r:id="rId29"/>
    </p:embeddedFont>
    <p:embeddedFont>
      <p:font typeface="Raleway" pitchFamily="2" charset="0"/>
      <p:regular r:id="rId30"/>
      <p:bold r:id="rId31"/>
      <p:italic r:id="rId32"/>
      <p:boldItalic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 Aragón Valderrama" initials="MA" lastIdx="1" clrIdx="0">
    <p:extLst>
      <p:ext uri="{19B8F6BF-5375-455C-9EA6-DF929625EA0E}">
        <p15:presenceInfo xmlns:p15="http://schemas.microsoft.com/office/powerpoint/2012/main" userId="ab42593c9091a3c7"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FD54D1E-A07F-487E-B709-6B33F1453160}">
  <a:tblStyle styleId="{7FD54D1E-A07F-487E-B709-6B33F145316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9" d="100"/>
          <a:sy n="89" d="100"/>
        </p:scale>
        <p:origin x="828"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9" Type="http://schemas.microsoft.com/office/2016/11/relationships/changesInfo" Target="changesInfos/changesInfo1.xml"/><Relationship Id="rId21" Type="http://schemas.openxmlformats.org/officeDocument/2006/relationships/font" Target="fonts/font3.fntdata"/><Relationship Id="rId34"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33" Type="http://schemas.openxmlformats.org/officeDocument/2006/relationships/font" Target="fonts/font15.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2" Type="http://schemas.openxmlformats.org/officeDocument/2006/relationships/font" Target="fonts/font14.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1.fntdata"/><Relationship Id="rId31"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io Aragón Valderrama" userId="ab42593c9091a3c7" providerId="LiveId" clId="{A94EC9C8-FC2E-45B4-829C-AEB6B286F687}"/>
    <pc:docChg chg="undo custSel addSld delSld modSld">
      <pc:chgData name="Mario Aragón Valderrama" userId="ab42593c9091a3c7" providerId="LiveId" clId="{A94EC9C8-FC2E-45B4-829C-AEB6B286F687}" dt="2025-10-31T13:21:45.430" v="9015" actId="20577"/>
      <pc:docMkLst>
        <pc:docMk/>
      </pc:docMkLst>
      <pc:sldChg chg="modSp mod">
        <pc:chgData name="Mario Aragón Valderrama" userId="ab42593c9091a3c7" providerId="LiveId" clId="{A94EC9C8-FC2E-45B4-829C-AEB6B286F687}" dt="2025-10-31T10:23:52.191" v="1750" actId="20577"/>
        <pc:sldMkLst>
          <pc:docMk/>
          <pc:sldMk cId="0" sldId="256"/>
        </pc:sldMkLst>
        <pc:spChg chg="mod">
          <ac:chgData name="Mario Aragón Valderrama" userId="ab42593c9091a3c7" providerId="LiveId" clId="{A94EC9C8-FC2E-45B4-829C-AEB6B286F687}" dt="2025-10-31T10:23:52.191" v="1750" actId="20577"/>
          <ac:spMkLst>
            <pc:docMk/>
            <pc:sldMk cId="0" sldId="256"/>
            <ac:spMk id="4" creationId="{4AA276FC-05B9-D88D-F05D-EE88303AD2E8}"/>
          </ac:spMkLst>
        </pc:spChg>
      </pc:sldChg>
      <pc:sldChg chg="del">
        <pc:chgData name="Mario Aragón Valderrama" userId="ab42593c9091a3c7" providerId="LiveId" clId="{A94EC9C8-FC2E-45B4-829C-AEB6B286F687}" dt="2025-10-31T09:26:17.493" v="0" actId="47"/>
        <pc:sldMkLst>
          <pc:docMk/>
          <pc:sldMk cId="0" sldId="257"/>
        </pc:sldMkLst>
      </pc:sldChg>
      <pc:sldChg chg="new del">
        <pc:chgData name="Mario Aragón Valderrama" userId="ab42593c9091a3c7" providerId="LiveId" clId="{A94EC9C8-FC2E-45B4-829C-AEB6B286F687}" dt="2025-10-31T09:26:25.565" v="15" actId="680"/>
        <pc:sldMkLst>
          <pc:docMk/>
          <pc:sldMk cId="796417395" sldId="257"/>
        </pc:sldMkLst>
      </pc:sldChg>
      <pc:sldChg chg="del">
        <pc:chgData name="Mario Aragón Valderrama" userId="ab42593c9091a3c7" providerId="LiveId" clId="{A94EC9C8-FC2E-45B4-829C-AEB6B286F687}" dt="2025-10-31T09:26:18.257" v="1" actId="47"/>
        <pc:sldMkLst>
          <pc:docMk/>
          <pc:sldMk cId="0" sldId="258"/>
        </pc:sldMkLst>
      </pc:sldChg>
      <pc:sldChg chg="del">
        <pc:chgData name="Mario Aragón Valderrama" userId="ab42593c9091a3c7" providerId="LiveId" clId="{A94EC9C8-FC2E-45B4-829C-AEB6B286F687}" dt="2025-10-31T09:26:18.621" v="2" actId="47"/>
        <pc:sldMkLst>
          <pc:docMk/>
          <pc:sldMk cId="0" sldId="259"/>
        </pc:sldMkLst>
      </pc:sldChg>
      <pc:sldChg chg="del">
        <pc:chgData name="Mario Aragón Valderrama" userId="ab42593c9091a3c7" providerId="LiveId" clId="{A94EC9C8-FC2E-45B4-829C-AEB6B286F687}" dt="2025-10-31T09:26:18.853" v="3" actId="47"/>
        <pc:sldMkLst>
          <pc:docMk/>
          <pc:sldMk cId="0" sldId="260"/>
        </pc:sldMkLst>
      </pc:sldChg>
      <pc:sldChg chg="del">
        <pc:chgData name="Mario Aragón Valderrama" userId="ab42593c9091a3c7" providerId="LiveId" clId="{A94EC9C8-FC2E-45B4-829C-AEB6B286F687}" dt="2025-10-31T09:26:19.067" v="4" actId="47"/>
        <pc:sldMkLst>
          <pc:docMk/>
          <pc:sldMk cId="0" sldId="261"/>
        </pc:sldMkLst>
      </pc:sldChg>
      <pc:sldChg chg="del">
        <pc:chgData name="Mario Aragón Valderrama" userId="ab42593c9091a3c7" providerId="LiveId" clId="{A94EC9C8-FC2E-45B4-829C-AEB6B286F687}" dt="2025-10-31T09:26:19.253" v="5" actId="47"/>
        <pc:sldMkLst>
          <pc:docMk/>
          <pc:sldMk cId="0" sldId="262"/>
        </pc:sldMkLst>
      </pc:sldChg>
      <pc:sldChg chg="del">
        <pc:chgData name="Mario Aragón Valderrama" userId="ab42593c9091a3c7" providerId="LiveId" clId="{A94EC9C8-FC2E-45B4-829C-AEB6B286F687}" dt="2025-10-31T09:26:19.423" v="6" actId="47"/>
        <pc:sldMkLst>
          <pc:docMk/>
          <pc:sldMk cId="0" sldId="263"/>
        </pc:sldMkLst>
      </pc:sldChg>
      <pc:sldChg chg="del">
        <pc:chgData name="Mario Aragón Valderrama" userId="ab42593c9091a3c7" providerId="LiveId" clId="{A94EC9C8-FC2E-45B4-829C-AEB6B286F687}" dt="2025-10-31T09:26:19.587" v="7" actId="47"/>
        <pc:sldMkLst>
          <pc:docMk/>
          <pc:sldMk cId="0" sldId="264"/>
        </pc:sldMkLst>
      </pc:sldChg>
      <pc:sldChg chg="del">
        <pc:chgData name="Mario Aragón Valderrama" userId="ab42593c9091a3c7" providerId="LiveId" clId="{A94EC9C8-FC2E-45B4-829C-AEB6B286F687}" dt="2025-10-31T09:26:19.747" v="8" actId="47"/>
        <pc:sldMkLst>
          <pc:docMk/>
          <pc:sldMk cId="0" sldId="265"/>
        </pc:sldMkLst>
      </pc:sldChg>
      <pc:sldChg chg="del">
        <pc:chgData name="Mario Aragón Valderrama" userId="ab42593c9091a3c7" providerId="LiveId" clId="{A94EC9C8-FC2E-45B4-829C-AEB6B286F687}" dt="2025-10-31T09:26:19.902" v="9" actId="47"/>
        <pc:sldMkLst>
          <pc:docMk/>
          <pc:sldMk cId="0" sldId="266"/>
        </pc:sldMkLst>
      </pc:sldChg>
      <pc:sldChg chg="del">
        <pc:chgData name="Mario Aragón Valderrama" userId="ab42593c9091a3c7" providerId="LiveId" clId="{A94EC9C8-FC2E-45B4-829C-AEB6B286F687}" dt="2025-10-31T09:26:20.057" v="10" actId="47"/>
        <pc:sldMkLst>
          <pc:docMk/>
          <pc:sldMk cId="0" sldId="267"/>
        </pc:sldMkLst>
      </pc:sldChg>
      <pc:sldChg chg="add del">
        <pc:chgData name="Mario Aragón Valderrama" userId="ab42593c9091a3c7" providerId="LiveId" clId="{A94EC9C8-FC2E-45B4-829C-AEB6B286F687}" dt="2025-10-31T09:26:49.017" v="32" actId="47"/>
        <pc:sldMkLst>
          <pc:docMk/>
          <pc:sldMk cId="0" sldId="268"/>
        </pc:sldMkLst>
      </pc:sldChg>
      <pc:sldChg chg="add del">
        <pc:chgData name="Mario Aragón Valderrama" userId="ab42593c9091a3c7" providerId="LiveId" clId="{A94EC9C8-FC2E-45B4-829C-AEB6B286F687}" dt="2025-10-31T09:26:48.497" v="31" actId="47"/>
        <pc:sldMkLst>
          <pc:docMk/>
          <pc:sldMk cId="0" sldId="269"/>
        </pc:sldMkLst>
      </pc:sldChg>
      <pc:sldChg chg="addSp delSp modSp add del mod">
        <pc:chgData name="Mario Aragón Valderrama" userId="ab42593c9091a3c7" providerId="LiveId" clId="{A94EC9C8-FC2E-45B4-829C-AEB6B286F687}" dt="2025-10-31T12:17:46.526" v="7496" actId="20577"/>
        <pc:sldMkLst>
          <pc:docMk/>
          <pc:sldMk cId="0" sldId="270"/>
        </pc:sldMkLst>
        <pc:spChg chg="add mod">
          <ac:chgData name="Mario Aragón Valderrama" userId="ab42593c9091a3c7" providerId="LiveId" clId="{A94EC9C8-FC2E-45B4-829C-AEB6B286F687}" dt="2025-10-31T12:17:46.526" v="7496" actId="20577"/>
          <ac:spMkLst>
            <pc:docMk/>
            <pc:sldMk cId="0" sldId="270"/>
            <ac:spMk id="2" creationId="{5EF82306-C561-E459-74E9-8E94BD154FAB}"/>
          </ac:spMkLst>
        </pc:spChg>
        <pc:spChg chg="del">
          <ac:chgData name="Mario Aragón Valderrama" userId="ab42593c9091a3c7" providerId="LiveId" clId="{A94EC9C8-FC2E-45B4-829C-AEB6B286F687}" dt="2025-10-31T09:26:39.657" v="28" actId="478"/>
          <ac:spMkLst>
            <pc:docMk/>
            <pc:sldMk cId="0" sldId="270"/>
            <ac:spMk id="622" creationId="{00000000-0000-0000-0000-000000000000}"/>
          </ac:spMkLst>
        </pc:spChg>
        <pc:spChg chg="del mod">
          <ac:chgData name="Mario Aragón Valderrama" userId="ab42593c9091a3c7" providerId="LiveId" clId="{A94EC9C8-FC2E-45B4-829C-AEB6B286F687}" dt="2025-10-31T09:26:36.800" v="27" actId="478"/>
          <ac:spMkLst>
            <pc:docMk/>
            <pc:sldMk cId="0" sldId="270"/>
            <ac:spMk id="624" creationId="{00000000-0000-0000-0000-000000000000}"/>
          </ac:spMkLst>
        </pc:spChg>
        <pc:spChg chg="mod">
          <ac:chgData name="Mario Aragón Valderrama" userId="ab42593c9091a3c7" providerId="LiveId" clId="{A94EC9C8-FC2E-45B4-829C-AEB6B286F687}" dt="2025-10-31T09:27:03.307" v="43"/>
          <ac:spMkLst>
            <pc:docMk/>
            <pc:sldMk cId="0" sldId="270"/>
            <ac:spMk id="633" creationId="{00000000-0000-0000-0000-000000000000}"/>
          </ac:spMkLst>
        </pc:spChg>
        <pc:spChg chg="del">
          <ac:chgData name="Mario Aragón Valderrama" userId="ab42593c9091a3c7" providerId="LiveId" clId="{A94EC9C8-FC2E-45B4-829C-AEB6B286F687}" dt="2025-10-31T09:26:40.817" v="29" actId="478"/>
          <ac:spMkLst>
            <pc:docMk/>
            <pc:sldMk cId="0" sldId="270"/>
            <ac:spMk id="634" creationId="{00000000-0000-0000-0000-000000000000}"/>
          </ac:spMkLst>
        </pc:spChg>
        <pc:spChg chg="del">
          <ac:chgData name="Mario Aragón Valderrama" userId="ab42593c9091a3c7" providerId="LiveId" clId="{A94EC9C8-FC2E-45B4-829C-AEB6B286F687}" dt="2025-10-31T09:26:39.657" v="28" actId="478"/>
          <ac:spMkLst>
            <pc:docMk/>
            <pc:sldMk cId="0" sldId="270"/>
            <ac:spMk id="635" creationId="{00000000-0000-0000-0000-000000000000}"/>
          </ac:spMkLst>
        </pc:spChg>
        <pc:spChg chg="del">
          <ac:chgData name="Mario Aragón Valderrama" userId="ab42593c9091a3c7" providerId="LiveId" clId="{A94EC9C8-FC2E-45B4-829C-AEB6B286F687}" dt="2025-10-31T09:26:39.657" v="28" actId="478"/>
          <ac:spMkLst>
            <pc:docMk/>
            <pc:sldMk cId="0" sldId="270"/>
            <ac:spMk id="636" creationId="{00000000-0000-0000-0000-000000000000}"/>
          </ac:spMkLst>
        </pc:spChg>
        <pc:spChg chg="del">
          <ac:chgData name="Mario Aragón Valderrama" userId="ab42593c9091a3c7" providerId="LiveId" clId="{A94EC9C8-FC2E-45B4-829C-AEB6B286F687}" dt="2025-10-31T09:26:32.854" v="20" actId="478"/>
          <ac:spMkLst>
            <pc:docMk/>
            <pc:sldMk cId="0" sldId="270"/>
            <ac:spMk id="637" creationId="{00000000-0000-0000-0000-000000000000}"/>
          </ac:spMkLst>
        </pc:spChg>
        <pc:spChg chg="del">
          <ac:chgData name="Mario Aragón Valderrama" userId="ab42593c9091a3c7" providerId="LiveId" clId="{A94EC9C8-FC2E-45B4-829C-AEB6B286F687}" dt="2025-10-31T09:26:33.200" v="21" actId="478"/>
          <ac:spMkLst>
            <pc:docMk/>
            <pc:sldMk cId="0" sldId="270"/>
            <ac:spMk id="638" creationId="{00000000-0000-0000-0000-000000000000}"/>
          </ac:spMkLst>
        </pc:spChg>
        <pc:spChg chg="del">
          <ac:chgData name="Mario Aragón Valderrama" userId="ab42593c9091a3c7" providerId="LiveId" clId="{A94EC9C8-FC2E-45B4-829C-AEB6B286F687}" dt="2025-10-31T09:26:33.577" v="22" actId="478"/>
          <ac:spMkLst>
            <pc:docMk/>
            <pc:sldMk cId="0" sldId="270"/>
            <ac:spMk id="639" creationId="{00000000-0000-0000-0000-000000000000}"/>
          </ac:spMkLst>
        </pc:spChg>
        <pc:spChg chg="del">
          <ac:chgData name="Mario Aragón Valderrama" userId="ab42593c9091a3c7" providerId="LiveId" clId="{A94EC9C8-FC2E-45B4-829C-AEB6B286F687}" dt="2025-10-31T09:26:34.534" v="24" actId="478"/>
          <ac:spMkLst>
            <pc:docMk/>
            <pc:sldMk cId="0" sldId="270"/>
            <ac:spMk id="640" creationId="{00000000-0000-0000-0000-000000000000}"/>
          </ac:spMkLst>
        </pc:spChg>
        <pc:spChg chg="del">
          <ac:chgData name="Mario Aragón Valderrama" userId="ab42593c9091a3c7" providerId="LiveId" clId="{A94EC9C8-FC2E-45B4-829C-AEB6B286F687}" dt="2025-10-31T09:26:39.657" v="28" actId="478"/>
          <ac:spMkLst>
            <pc:docMk/>
            <pc:sldMk cId="0" sldId="270"/>
            <ac:spMk id="641" creationId="{00000000-0000-0000-0000-000000000000}"/>
          </ac:spMkLst>
        </pc:spChg>
        <pc:spChg chg="del">
          <ac:chgData name="Mario Aragón Valderrama" userId="ab42593c9091a3c7" providerId="LiveId" clId="{A94EC9C8-FC2E-45B4-829C-AEB6B286F687}" dt="2025-10-31T09:26:39.657" v="28" actId="478"/>
          <ac:spMkLst>
            <pc:docMk/>
            <pc:sldMk cId="0" sldId="270"/>
            <ac:spMk id="642" creationId="{00000000-0000-0000-0000-000000000000}"/>
          </ac:spMkLst>
        </pc:spChg>
        <pc:spChg chg="del">
          <ac:chgData name="Mario Aragón Valderrama" userId="ab42593c9091a3c7" providerId="LiveId" clId="{A94EC9C8-FC2E-45B4-829C-AEB6B286F687}" dt="2025-10-31T09:26:39.657" v="28" actId="478"/>
          <ac:spMkLst>
            <pc:docMk/>
            <pc:sldMk cId="0" sldId="270"/>
            <ac:spMk id="645" creationId="{00000000-0000-0000-0000-000000000000}"/>
          </ac:spMkLst>
        </pc:spChg>
        <pc:spChg chg="del">
          <ac:chgData name="Mario Aragón Valderrama" userId="ab42593c9091a3c7" providerId="LiveId" clId="{A94EC9C8-FC2E-45B4-829C-AEB6B286F687}" dt="2025-10-31T09:26:39.657" v="28" actId="478"/>
          <ac:spMkLst>
            <pc:docMk/>
            <pc:sldMk cId="0" sldId="270"/>
            <ac:spMk id="646" creationId="{00000000-0000-0000-0000-000000000000}"/>
          </ac:spMkLst>
        </pc:spChg>
        <pc:spChg chg="del">
          <ac:chgData name="Mario Aragón Valderrama" userId="ab42593c9091a3c7" providerId="LiveId" clId="{A94EC9C8-FC2E-45B4-829C-AEB6B286F687}" dt="2025-10-31T09:26:35.500" v="25" actId="478"/>
          <ac:spMkLst>
            <pc:docMk/>
            <pc:sldMk cId="0" sldId="270"/>
            <ac:spMk id="654" creationId="{00000000-0000-0000-0000-000000000000}"/>
          </ac:spMkLst>
        </pc:spChg>
        <pc:spChg chg="mod">
          <ac:chgData name="Mario Aragón Valderrama" userId="ab42593c9091a3c7" providerId="LiveId" clId="{A94EC9C8-FC2E-45B4-829C-AEB6B286F687}" dt="2025-10-31T09:26:30.937" v="19" actId="1076"/>
          <ac:spMkLst>
            <pc:docMk/>
            <pc:sldMk cId="0" sldId="270"/>
            <ac:spMk id="655" creationId="{00000000-0000-0000-0000-000000000000}"/>
          </ac:spMkLst>
        </pc:spChg>
        <pc:spChg chg="del">
          <ac:chgData name="Mario Aragón Valderrama" userId="ab42593c9091a3c7" providerId="LiveId" clId="{A94EC9C8-FC2E-45B4-829C-AEB6B286F687}" dt="2025-10-31T09:26:39.657" v="28" actId="478"/>
          <ac:spMkLst>
            <pc:docMk/>
            <pc:sldMk cId="0" sldId="270"/>
            <ac:spMk id="656" creationId="{00000000-0000-0000-0000-000000000000}"/>
          </ac:spMkLst>
        </pc:spChg>
        <pc:spChg chg="del">
          <ac:chgData name="Mario Aragón Valderrama" userId="ab42593c9091a3c7" providerId="LiveId" clId="{A94EC9C8-FC2E-45B4-829C-AEB6B286F687}" dt="2025-10-31T09:26:39.657" v="28" actId="478"/>
          <ac:spMkLst>
            <pc:docMk/>
            <pc:sldMk cId="0" sldId="270"/>
            <ac:spMk id="657" creationId="{00000000-0000-0000-0000-000000000000}"/>
          </ac:spMkLst>
        </pc:spChg>
        <pc:spChg chg="del">
          <ac:chgData name="Mario Aragón Valderrama" userId="ab42593c9091a3c7" providerId="LiveId" clId="{A94EC9C8-FC2E-45B4-829C-AEB6B286F687}" dt="2025-10-31T09:26:39.657" v="28" actId="478"/>
          <ac:spMkLst>
            <pc:docMk/>
            <pc:sldMk cId="0" sldId="270"/>
            <ac:spMk id="658" creationId="{00000000-0000-0000-0000-000000000000}"/>
          </ac:spMkLst>
        </pc:spChg>
        <pc:cxnChg chg="mod">
          <ac:chgData name="Mario Aragón Valderrama" userId="ab42593c9091a3c7" providerId="LiveId" clId="{A94EC9C8-FC2E-45B4-829C-AEB6B286F687}" dt="2025-10-31T09:26:36.800" v="27" actId="478"/>
          <ac:cxnSpMkLst>
            <pc:docMk/>
            <pc:sldMk cId="0" sldId="270"/>
            <ac:cxnSpMk id="623" creationId="{00000000-0000-0000-0000-000000000000}"/>
          </ac:cxnSpMkLst>
        </pc:cxnChg>
      </pc:sldChg>
      <pc:sldChg chg="addSp delSp modSp add mod">
        <pc:chgData name="Mario Aragón Valderrama" userId="ab42593c9091a3c7" providerId="LiveId" clId="{A94EC9C8-FC2E-45B4-829C-AEB6B286F687}" dt="2025-10-31T10:18:15.474" v="1679" actId="20577"/>
        <pc:sldMkLst>
          <pc:docMk/>
          <pc:sldMk cId="1878690447" sldId="271"/>
        </pc:sldMkLst>
        <pc:spChg chg="add del mod">
          <ac:chgData name="Mario Aragón Valderrama" userId="ab42593c9091a3c7" providerId="LiveId" clId="{A94EC9C8-FC2E-45B4-829C-AEB6B286F687}" dt="2025-10-31T09:28:33.047" v="48"/>
          <ac:spMkLst>
            <pc:docMk/>
            <pc:sldMk cId="1878690447" sldId="271"/>
            <ac:spMk id="2" creationId="{153F623F-789A-ADDC-CFF6-A6536C581CF9}"/>
          </ac:spMkLst>
        </pc:spChg>
        <pc:spChg chg="add del mod">
          <ac:chgData name="Mario Aragón Valderrama" userId="ab42593c9091a3c7" providerId="LiveId" clId="{A94EC9C8-FC2E-45B4-829C-AEB6B286F687}" dt="2025-10-31T10:16:53.959" v="1505"/>
          <ac:spMkLst>
            <pc:docMk/>
            <pc:sldMk cId="1878690447" sldId="271"/>
            <ac:spMk id="6" creationId="{2029A0FB-4C6A-84FD-9D4C-3C32FEFAD33F}"/>
          </ac:spMkLst>
        </pc:spChg>
        <pc:spChg chg="add mod">
          <ac:chgData name="Mario Aragón Valderrama" userId="ab42593c9091a3c7" providerId="LiveId" clId="{A94EC9C8-FC2E-45B4-829C-AEB6B286F687}" dt="2025-10-31T10:18:15.474" v="1679" actId="20577"/>
          <ac:spMkLst>
            <pc:docMk/>
            <pc:sldMk cId="1878690447" sldId="271"/>
            <ac:spMk id="7" creationId="{47FF6C25-282A-B6CB-A67C-33E161E8763F}"/>
          </ac:spMkLst>
        </pc:spChg>
        <pc:spChg chg="add mod">
          <ac:chgData name="Mario Aragón Valderrama" userId="ab42593c9091a3c7" providerId="LiveId" clId="{A94EC9C8-FC2E-45B4-829C-AEB6B286F687}" dt="2025-10-31T10:18:03.194" v="1678" actId="114"/>
          <ac:spMkLst>
            <pc:docMk/>
            <pc:sldMk cId="1878690447" sldId="271"/>
            <ac:spMk id="8" creationId="{1007598B-E9E1-3C48-B750-DD200F51AA4F}"/>
          </ac:spMkLst>
        </pc:spChg>
        <pc:spChg chg="mod">
          <ac:chgData name="Mario Aragón Valderrama" userId="ab42593c9091a3c7" providerId="LiveId" clId="{A94EC9C8-FC2E-45B4-829C-AEB6B286F687}" dt="2025-10-31T09:39:28.426" v="860"/>
          <ac:spMkLst>
            <pc:docMk/>
            <pc:sldMk cId="1878690447" sldId="271"/>
            <ac:spMk id="633" creationId="{F160F062-DB37-F0CE-0930-D313103DAB13}"/>
          </ac:spMkLst>
        </pc:spChg>
        <pc:graphicFrameChg chg="add del mod modGraphic">
          <ac:chgData name="Mario Aragón Valderrama" userId="ab42593c9091a3c7" providerId="LiveId" clId="{A94EC9C8-FC2E-45B4-829C-AEB6B286F687}" dt="2025-10-31T09:49:07.087" v="868" actId="478"/>
          <ac:graphicFrameMkLst>
            <pc:docMk/>
            <pc:sldMk cId="1878690447" sldId="271"/>
            <ac:graphicFrameMk id="3" creationId="{AF94B750-2B40-D55A-EBD1-6D61CDF6E8E3}"/>
          </ac:graphicFrameMkLst>
        </pc:graphicFrameChg>
        <pc:graphicFrameChg chg="add del mod modGraphic">
          <ac:chgData name="Mario Aragón Valderrama" userId="ab42593c9091a3c7" providerId="LiveId" clId="{A94EC9C8-FC2E-45B4-829C-AEB6B286F687}" dt="2025-10-31T10:03:00.384" v="881" actId="478"/>
          <ac:graphicFrameMkLst>
            <pc:docMk/>
            <pc:sldMk cId="1878690447" sldId="271"/>
            <ac:graphicFrameMk id="4" creationId="{DF1733E1-6E66-B37E-8FDB-36EBD55F2AE3}"/>
          </ac:graphicFrameMkLst>
        </pc:graphicFrameChg>
        <pc:graphicFrameChg chg="add del mod modGraphic">
          <ac:chgData name="Mario Aragón Valderrama" userId="ab42593c9091a3c7" providerId="LiveId" clId="{A94EC9C8-FC2E-45B4-829C-AEB6B286F687}" dt="2025-10-31T10:03:08.755" v="884" actId="478"/>
          <ac:graphicFrameMkLst>
            <pc:docMk/>
            <pc:sldMk cId="1878690447" sldId="271"/>
            <ac:graphicFrameMk id="5" creationId="{7BD2B512-6FE2-E42F-FACF-E1A6786965D1}"/>
          </ac:graphicFrameMkLst>
        </pc:graphicFrameChg>
      </pc:sldChg>
      <pc:sldChg chg="addSp delSp modSp add mod">
        <pc:chgData name="Mario Aragón Valderrama" userId="ab42593c9091a3c7" providerId="LiveId" clId="{A94EC9C8-FC2E-45B4-829C-AEB6B286F687}" dt="2025-10-31T13:17:18.648" v="8837" actId="20577"/>
        <pc:sldMkLst>
          <pc:docMk/>
          <pc:sldMk cId="3817130564" sldId="272"/>
        </pc:sldMkLst>
        <pc:spChg chg="add del">
          <ac:chgData name="Mario Aragón Valderrama" userId="ab42593c9091a3c7" providerId="LiveId" clId="{A94EC9C8-FC2E-45B4-829C-AEB6B286F687}" dt="2025-10-31T10:42:15.630" v="1762" actId="22"/>
          <ac:spMkLst>
            <pc:docMk/>
            <pc:sldMk cId="3817130564" sldId="272"/>
            <ac:spMk id="4" creationId="{E3CDC29E-AEF1-43D8-8984-9D4E8E48BB61}"/>
          </ac:spMkLst>
        </pc:spChg>
        <pc:spChg chg="add mod">
          <ac:chgData name="Mario Aragón Valderrama" userId="ab42593c9091a3c7" providerId="LiveId" clId="{A94EC9C8-FC2E-45B4-829C-AEB6B286F687}" dt="2025-10-31T10:43:09.212" v="1882" actId="20577"/>
          <ac:spMkLst>
            <pc:docMk/>
            <pc:sldMk cId="3817130564" sldId="272"/>
            <ac:spMk id="5" creationId="{EAFFC7C5-F970-1FD5-95CA-A319822DB911}"/>
          </ac:spMkLst>
        </pc:spChg>
        <pc:spChg chg="add del">
          <ac:chgData name="Mario Aragón Valderrama" userId="ab42593c9091a3c7" providerId="LiveId" clId="{A94EC9C8-FC2E-45B4-829C-AEB6B286F687}" dt="2025-10-31T10:43:12.630" v="1884" actId="22"/>
          <ac:spMkLst>
            <pc:docMk/>
            <pc:sldMk cId="3817130564" sldId="272"/>
            <ac:spMk id="7" creationId="{7F8836E4-BF84-93FC-467C-806E10D8C58D}"/>
          </ac:spMkLst>
        </pc:spChg>
        <pc:spChg chg="mod">
          <ac:chgData name="Mario Aragón Valderrama" userId="ab42593c9091a3c7" providerId="LiveId" clId="{A94EC9C8-FC2E-45B4-829C-AEB6B286F687}" dt="2025-10-31T10:30:14.865" v="1751"/>
          <ac:spMkLst>
            <pc:docMk/>
            <pc:sldMk cId="3817130564" sldId="272"/>
            <ac:spMk id="633" creationId="{14CE457C-56DB-B4B3-1828-5D8139674A54}"/>
          </ac:spMkLst>
        </pc:spChg>
        <pc:graphicFrameChg chg="add mod modGraphic">
          <ac:chgData name="Mario Aragón Valderrama" userId="ab42593c9091a3c7" providerId="LiveId" clId="{A94EC9C8-FC2E-45B4-829C-AEB6B286F687}" dt="2025-10-31T13:17:18.648" v="8837" actId="20577"/>
          <ac:graphicFrameMkLst>
            <pc:docMk/>
            <pc:sldMk cId="3817130564" sldId="272"/>
            <ac:graphicFrameMk id="2" creationId="{CBD4D518-7DAA-184B-0314-92BDAE637D38}"/>
          </ac:graphicFrameMkLst>
        </pc:graphicFrameChg>
        <pc:picChg chg="add mod">
          <ac:chgData name="Mario Aragón Valderrama" userId="ab42593c9091a3c7" providerId="LiveId" clId="{A94EC9C8-FC2E-45B4-829C-AEB6B286F687}" dt="2025-10-31T10:43:29.714" v="1890" actId="14100"/>
          <ac:picMkLst>
            <pc:docMk/>
            <pc:sldMk cId="3817130564" sldId="272"/>
            <ac:picMk id="9" creationId="{ABFADC3A-F2D8-BABA-DD31-F0770B4C9B46}"/>
          </ac:picMkLst>
        </pc:picChg>
      </pc:sldChg>
      <pc:sldChg chg="modSp add mod">
        <pc:chgData name="Mario Aragón Valderrama" userId="ab42593c9091a3c7" providerId="LiveId" clId="{A94EC9C8-FC2E-45B4-829C-AEB6B286F687}" dt="2025-10-31T11:09:55.425" v="2711" actId="20577"/>
        <pc:sldMkLst>
          <pc:docMk/>
          <pc:sldMk cId="1332014249" sldId="273"/>
        </pc:sldMkLst>
        <pc:spChg chg="mod">
          <ac:chgData name="Mario Aragón Valderrama" userId="ab42593c9091a3c7" providerId="LiveId" clId="{A94EC9C8-FC2E-45B4-829C-AEB6B286F687}" dt="2025-10-31T11:09:55.425" v="2711" actId="20577"/>
          <ac:spMkLst>
            <pc:docMk/>
            <pc:sldMk cId="1332014249" sldId="273"/>
            <ac:spMk id="633" creationId="{7946C38A-D74B-A3C1-5985-7F4666994364}"/>
          </ac:spMkLst>
        </pc:spChg>
      </pc:sldChg>
      <pc:sldChg chg="modSp add mod">
        <pc:chgData name="Mario Aragón Valderrama" userId="ab42593c9091a3c7" providerId="LiveId" clId="{A94EC9C8-FC2E-45B4-829C-AEB6B286F687}" dt="2025-10-31T11:10:00.169" v="2716" actId="20577"/>
        <pc:sldMkLst>
          <pc:docMk/>
          <pc:sldMk cId="1461310694" sldId="274"/>
        </pc:sldMkLst>
        <pc:spChg chg="mod">
          <ac:chgData name="Mario Aragón Valderrama" userId="ab42593c9091a3c7" providerId="LiveId" clId="{A94EC9C8-FC2E-45B4-829C-AEB6B286F687}" dt="2025-10-31T11:10:00.169" v="2716" actId="20577"/>
          <ac:spMkLst>
            <pc:docMk/>
            <pc:sldMk cId="1461310694" sldId="274"/>
            <ac:spMk id="633" creationId="{356984D3-ED96-A90B-DBCF-B2F56FDAE2B4}"/>
          </ac:spMkLst>
        </pc:spChg>
      </pc:sldChg>
      <pc:sldChg chg="addSp delSp modSp add mod">
        <pc:chgData name="Mario Aragón Valderrama" userId="ab42593c9091a3c7" providerId="LiveId" clId="{A94EC9C8-FC2E-45B4-829C-AEB6B286F687}" dt="2025-10-31T11:28:11.084" v="4432" actId="14100"/>
        <pc:sldMkLst>
          <pc:docMk/>
          <pc:sldMk cId="510076081" sldId="275"/>
        </pc:sldMkLst>
        <pc:spChg chg="add mod">
          <ac:chgData name="Mario Aragón Valderrama" userId="ab42593c9091a3c7" providerId="LiveId" clId="{A94EC9C8-FC2E-45B4-829C-AEB6B286F687}" dt="2025-10-31T11:28:03.448" v="4430" actId="404"/>
          <ac:spMkLst>
            <pc:docMk/>
            <pc:sldMk cId="510076081" sldId="275"/>
            <ac:spMk id="2" creationId="{6E1CB8E1-A7AF-4194-E786-0C2B5FA8D536}"/>
          </ac:spMkLst>
        </pc:spChg>
        <pc:spChg chg="mod">
          <ac:chgData name="Mario Aragón Valderrama" userId="ab42593c9091a3c7" providerId="LiveId" clId="{A94EC9C8-FC2E-45B4-829C-AEB6B286F687}" dt="2025-10-31T11:26:26.858" v="4283" actId="1076"/>
          <ac:spMkLst>
            <pc:docMk/>
            <pc:sldMk cId="510076081" sldId="275"/>
            <ac:spMk id="633" creationId="{4E67A6DC-F5B2-EA88-5247-C9D91553210E}"/>
          </ac:spMkLst>
        </pc:spChg>
        <pc:picChg chg="add del mod">
          <ac:chgData name="Mario Aragón Valderrama" userId="ab42593c9091a3c7" providerId="LiveId" clId="{A94EC9C8-FC2E-45B4-829C-AEB6B286F687}" dt="2025-10-31T11:18:30.520" v="3173" actId="478"/>
          <ac:picMkLst>
            <pc:docMk/>
            <pc:sldMk cId="510076081" sldId="275"/>
            <ac:picMk id="4" creationId="{B02F4FA9-3E9C-5FF2-FFD3-984BCAFB6DDB}"/>
          </ac:picMkLst>
        </pc:picChg>
        <pc:picChg chg="add mod">
          <ac:chgData name="Mario Aragón Valderrama" userId="ab42593c9091a3c7" providerId="LiveId" clId="{A94EC9C8-FC2E-45B4-829C-AEB6B286F687}" dt="2025-10-31T11:28:08.508" v="4431" actId="14100"/>
          <ac:picMkLst>
            <pc:docMk/>
            <pc:sldMk cId="510076081" sldId="275"/>
            <ac:picMk id="6" creationId="{8CB74838-D0CC-6D08-1412-427DC3E2AD51}"/>
          </ac:picMkLst>
        </pc:picChg>
        <pc:picChg chg="add mod">
          <ac:chgData name="Mario Aragón Valderrama" userId="ab42593c9091a3c7" providerId="LiveId" clId="{A94EC9C8-FC2E-45B4-829C-AEB6B286F687}" dt="2025-10-31T11:28:11.084" v="4432" actId="14100"/>
          <ac:picMkLst>
            <pc:docMk/>
            <pc:sldMk cId="510076081" sldId="275"/>
            <ac:picMk id="8" creationId="{71EB766D-3C21-531E-D366-E4400B816191}"/>
          </ac:picMkLst>
        </pc:picChg>
      </pc:sldChg>
      <pc:sldChg chg="addSp modSp add mod">
        <pc:chgData name="Mario Aragón Valderrama" userId="ab42593c9091a3c7" providerId="LiveId" clId="{A94EC9C8-FC2E-45B4-829C-AEB6B286F687}" dt="2025-10-31T11:42:03.867" v="5695" actId="20577"/>
        <pc:sldMkLst>
          <pc:docMk/>
          <pc:sldMk cId="2847445187" sldId="276"/>
        </pc:sldMkLst>
        <pc:spChg chg="add mod">
          <ac:chgData name="Mario Aragón Valderrama" userId="ab42593c9091a3c7" providerId="LiveId" clId="{A94EC9C8-FC2E-45B4-829C-AEB6B286F687}" dt="2025-10-31T11:42:03.867" v="5695" actId="20577"/>
          <ac:spMkLst>
            <pc:docMk/>
            <pc:sldMk cId="2847445187" sldId="276"/>
            <ac:spMk id="2" creationId="{5DC7541B-2A18-96CC-C402-B28CE1DC2D53}"/>
          </ac:spMkLst>
        </pc:spChg>
        <pc:spChg chg="mod">
          <ac:chgData name="Mario Aragón Valderrama" userId="ab42593c9091a3c7" providerId="LiveId" clId="{A94EC9C8-FC2E-45B4-829C-AEB6B286F687}" dt="2025-10-31T11:39:26.212" v="5608" actId="1076"/>
          <ac:spMkLst>
            <pc:docMk/>
            <pc:sldMk cId="2847445187" sldId="276"/>
            <ac:spMk id="633" creationId="{78E54363-0A7F-3955-B716-86EE04B3F77F}"/>
          </ac:spMkLst>
        </pc:spChg>
      </pc:sldChg>
      <pc:sldChg chg="addSp delSp modSp add mod">
        <pc:chgData name="Mario Aragón Valderrama" userId="ab42593c9091a3c7" providerId="LiveId" clId="{A94EC9C8-FC2E-45B4-829C-AEB6B286F687}" dt="2025-10-31T12:56:18.371" v="8028" actId="1076"/>
        <pc:sldMkLst>
          <pc:docMk/>
          <pc:sldMk cId="96848898" sldId="277"/>
        </pc:sldMkLst>
        <pc:spChg chg="add mod">
          <ac:chgData name="Mario Aragón Valderrama" userId="ab42593c9091a3c7" providerId="LiveId" clId="{A94EC9C8-FC2E-45B4-829C-AEB6B286F687}" dt="2025-10-31T12:50:27.701" v="7804" actId="20577"/>
          <ac:spMkLst>
            <pc:docMk/>
            <pc:sldMk cId="96848898" sldId="277"/>
            <ac:spMk id="2" creationId="{850C95A2-487A-DD08-1994-9119B199CE78}"/>
          </ac:spMkLst>
        </pc:spChg>
        <pc:spChg chg="add del">
          <ac:chgData name="Mario Aragón Valderrama" userId="ab42593c9091a3c7" providerId="LiveId" clId="{A94EC9C8-FC2E-45B4-829C-AEB6B286F687}" dt="2025-10-31T12:42:18.422" v="7585" actId="478"/>
          <ac:spMkLst>
            <pc:docMk/>
            <pc:sldMk cId="96848898" sldId="277"/>
            <ac:spMk id="3" creationId="{4FE82936-938A-633D-B48A-B245CDADB73A}"/>
          </ac:spMkLst>
        </pc:spChg>
        <pc:spChg chg="add del mod">
          <ac:chgData name="Mario Aragón Valderrama" userId="ab42593c9091a3c7" providerId="LiveId" clId="{A94EC9C8-FC2E-45B4-829C-AEB6B286F687}" dt="2025-10-31T12:49:43.312" v="7751" actId="478"/>
          <ac:spMkLst>
            <pc:docMk/>
            <pc:sldMk cId="96848898" sldId="277"/>
            <ac:spMk id="4" creationId="{6DFDA83B-6F32-BB34-10F0-D469832FAC46}"/>
          </ac:spMkLst>
        </pc:spChg>
        <pc:spChg chg="add mod">
          <ac:chgData name="Mario Aragón Valderrama" userId="ab42593c9091a3c7" providerId="LiveId" clId="{A94EC9C8-FC2E-45B4-829C-AEB6B286F687}" dt="2025-10-31T12:55:38.566" v="8019" actId="1076"/>
          <ac:spMkLst>
            <pc:docMk/>
            <pc:sldMk cId="96848898" sldId="277"/>
            <ac:spMk id="9" creationId="{51263BE0-F9B9-D8D0-3B0A-0A88CEDFD45D}"/>
          </ac:spMkLst>
        </pc:spChg>
        <pc:spChg chg="add mod">
          <ac:chgData name="Mario Aragón Valderrama" userId="ab42593c9091a3c7" providerId="LiveId" clId="{A94EC9C8-FC2E-45B4-829C-AEB6B286F687}" dt="2025-10-31T12:54:07.565" v="8011" actId="20577"/>
          <ac:spMkLst>
            <pc:docMk/>
            <pc:sldMk cId="96848898" sldId="277"/>
            <ac:spMk id="10" creationId="{CB8960E5-90AD-AE6F-6756-4BF481848451}"/>
          </ac:spMkLst>
        </pc:spChg>
        <pc:spChg chg="add mod">
          <ac:chgData name="Mario Aragón Valderrama" userId="ab42593c9091a3c7" providerId="LiveId" clId="{A94EC9C8-FC2E-45B4-829C-AEB6B286F687}" dt="2025-10-31T12:55:42.304" v="8021" actId="1076"/>
          <ac:spMkLst>
            <pc:docMk/>
            <pc:sldMk cId="96848898" sldId="277"/>
            <ac:spMk id="11" creationId="{6AD0D5AA-59C3-51F4-0CA3-5085BFED3E06}"/>
          </ac:spMkLst>
        </pc:spChg>
        <pc:spChg chg="add mod">
          <ac:chgData name="Mario Aragón Valderrama" userId="ab42593c9091a3c7" providerId="LiveId" clId="{A94EC9C8-FC2E-45B4-829C-AEB6B286F687}" dt="2025-10-31T12:56:18.371" v="8028" actId="1076"/>
          <ac:spMkLst>
            <pc:docMk/>
            <pc:sldMk cId="96848898" sldId="277"/>
            <ac:spMk id="16" creationId="{A04C3FC8-534D-282D-E8B8-7A80F41C547F}"/>
          </ac:spMkLst>
        </pc:spChg>
        <pc:spChg chg="mod">
          <ac:chgData name="Mario Aragón Valderrama" userId="ab42593c9091a3c7" providerId="LiveId" clId="{A94EC9C8-FC2E-45B4-829C-AEB6B286F687}" dt="2025-10-31T12:53:18.641" v="7861" actId="1076"/>
          <ac:spMkLst>
            <pc:docMk/>
            <pc:sldMk cId="96848898" sldId="277"/>
            <ac:spMk id="633" creationId="{7C4B54FB-1DBD-071B-42BB-FDCCA4B52BAC}"/>
          </ac:spMkLst>
        </pc:spChg>
        <pc:picChg chg="add mod">
          <ac:chgData name="Mario Aragón Valderrama" userId="ab42593c9091a3c7" providerId="LiveId" clId="{A94EC9C8-FC2E-45B4-829C-AEB6B286F687}" dt="2025-10-31T12:55:37.303" v="8018" actId="14100"/>
          <ac:picMkLst>
            <pc:docMk/>
            <pc:sldMk cId="96848898" sldId="277"/>
            <ac:picMk id="6" creationId="{CAA4D302-3728-C348-1B0F-95C66B65D0F8}"/>
          </ac:picMkLst>
        </pc:picChg>
        <pc:picChg chg="add mod">
          <ac:chgData name="Mario Aragón Valderrama" userId="ab42593c9091a3c7" providerId="LiveId" clId="{A94EC9C8-FC2E-45B4-829C-AEB6B286F687}" dt="2025-10-31T12:55:40.071" v="8020" actId="1076"/>
          <ac:picMkLst>
            <pc:docMk/>
            <pc:sldMk cId="96848898" sldId="277"/>
            <ac:picMk id="8" creationId="{EFE9C1C0-BC77-C605-271B-8BF916B4DF5D}"/>
          </ac:picMkLst>
        </pc:picChg>
        <pc:picChg chg="add mod">
          <ac:chgData name="Mario Aragón Valderrama" userId="ab42593c9091a3c7" providerId="LiveId" clId="{A94EC9C8-FC2E-45B4-829C-AEB6B286F687}" dt="2025-10-31T12:55:46.546" v="8023" actId="14100"/>
          <ac:picMkLst>
            <pc:docMk/>
            <pc:sldMk cId="96848898" sldId="277"/>
            <ac:picMk id="13" creationId="{8BEEE918-019D-2D4E-8CB9-46C84E615698}"/>
          </ac:picMkLst>
        </pc:picChg>
        <pc:picChg chg="add mod">
          <ac:chgData name="Mario Aragón Valderrama" userId="ab42593c9091a3c7" providerId="LiveId" clId="{A94EC9C8-FC2E-45B4-829C-AEB6B286F687}" dt="2025-10-31T12:55:48.496" v="8024" actId="1076"/>
          <ac:picMkLst>
            <pc:docMk/>
            <pc:sldMk cId="96848898" sldId="277"/>
            <ac:picMk id="15" creationId="{F1EAD923-4663-2DF2-5645-25E9EBBFBE0D}"/>
          </ac:picMkLst>
        </pc:picChg>
      </pc:sldChg>
      <pc:sldChg chg="addSp delSp modSp add mod">
        <pc:chgData name="Mario Aragón Valderrama" userId="ab42593c9091a3c7" providerId="LiveId" clId="{A94EC9C8-FC2E-45B4-829C-AEB6B286F687}" dt="2025-10-31T13:21:45.430" v="9015" actId="20577"/>
        <pc:sldMkLst>
          <pc:docMk/>
          <pc:sldMk cId="2665368765" sldId="278"/>
        </pc:sldMkLst>
        <pc:spChg chg="add mod">
          <ac:chgData name="Mario Aragón Valderrama" userId="ab42593c9091a3c7" providerId="LiveId" clId="{A94EC9C8-FC2E-45B4-829C-AEB6B286F687}" dt="2025-10-31T12:40:53.232" v="7566" actId="20577"/>
          <ac:spMkLst>
            <pc:docMk/>
            <pc:sldMk cId="2665368765" sldId="278"/>
            <ac:spMk id="2" creationId="{D604109C-7A83-7410-C1FE-F6FB65CB1BAD}"/>
          </ac:spMkLst>
        </pc:spChg>
        <pc:spChg chg="add mod">
          <ac:chgData name="Mario Aragón Valderrama" userId="ab42593c9091a3c7" providerId="LiveId" clId="{A94EC9C8-FC2E-45B4-829C-AEB6B286F687}" dt="2025-10-31T13:12:21.890" v="8446" actId="255"/>
          <ac:spMkLst>
            <pc:docMk/>
            <pc:sldMk cId="2665368765" sldId="278"/>
            <ac:spMk id="3" creationId="{3F0E4919-B4FB-64E2-AEFB-C557656BB033}"/>
          </ac:spMkLst>
        </pc:spChg>
        <pc:spChg chg="add mod">
          <ac:chgData name="Mario Aragón Valderrama" userId="ab42593c9091a3c7" providerId="LiveId" clId="{A94EC9C8-FC2E-45B4-829C-AEB6B286F687}" dt="2025-10-31T13:21:45.430" v="9015" actId="20577"/>
          <ac:spMkLst>
            <pc:docMk/>
            <pc:sldMk cId="2665368765" sldId="278"/>
            <ac:spMk id="8" creationId="{D0841C18-B399-C215-D4D4-8610F482EDA2}"/>
          </ac:spMkLst>
        </pc:spChg>
        <pc:spChg chg="del">
          <ac:chgData name="Mario Aragón Valderrama" userId="ab42593c9091a3c7" providerId="LiveId" clId="{A94EC9C8-FC2E-45B4-829C-AEB6B286F687}" dt="2025-10-31T11:10:44.269" v="2736"/>
          <ac:spMkLst>
            <pc:docMk/>
            <pc:sldMk cId="2665368765" sldId="278"/>
            <ac:spMk id="633" creationId="{448024FE-6EF3-A033-DA4F-6F6125369FDF}"/>
          </ac:spMkLst>
        </pc:spChg>
        <pc:picChg chg="add del mod">
          <ac:chgData name="Mario Aragón Valderrama" userId="ab42593c9091a3c7" providerId="LiveId" clId="{A94EC9C8-FC2E-45B4-829C-AEB6B286F687}" dt="2025-10-31T13:01:30.643" v="8361" actId="478"/>
          <ac:picMkLst>
            <pc:docMk/>
            <pc:sldMk cId="2665368765" sldId="278"/>
            <ac:picMk id="5" creationId="{00552E69-E804-A57A-E06C-34DCA73D6937}"/>
          </ac:picMkLst>
        </pc:picChg>
        <pc:picChg chg="add mod">
          <ac:chgData name="Mario Aragón Valderrama" userId="ab42593c9091a3c7" providerId="LiveId" clId="{A94EC9C8-FC2E-45B4-829C-AEB6B286F687}" dt="2025-10-31T13:12:25.131" v="8447" actId="1076"/>
          <ac:picMkLst>
            <pc:docMk/>
            <pc:sldMk cId="2665368765" sldId="278"/>
            <ac:picMk id="7" creationId="{9B9E24F2-CFA5-8337-CB06-8FA0C27089D4}"/>
          </ac:picMkLst>
        </pc:picChg>
      </pc:sldChg>
      <pc:sldChg chg="addSp modSp add mod">
        <pc:chgData name="Mario Aragón Valderrama" userId="ab42593c9091a3c7" providerId="LiveId" clId="{A94EC9C8-FC2E-45B4-829C-AEB6B286F687}" dt="2025-10-31T12:19:21.016" v="7511" actId="20577"/>
        <pc:sldMkLst>
          <pc:docMk/>
          <pc:sldMk cId="192883723" sldId="279"/>
        </pc:sldMkLst>
        <pc:spChg chg="add mod">
          <ac:chgData name="Mario Aragón Valderrama" userId="ab42593c9091a3c7" providerId="LiveId" clId="{A94EC9C8-FC2E-45B4-829C-AEB6B286F687}" dt="2025-10-31T12:19:21.016" v="7511" actId="20577"/>
          <ac:spMkLst>
            <pc:docMk/>
            <pc:sldMk cId="192883723" sldId="279"/>
            <ac:spMk id="2" creationId="{A3CCF44F-B8BF-18DD-610B-AC1D8BFF48EF}"/>
          </ac:spMkLst>
        </pc:spChg>
        <pc:spChg chg="add">
          <ac:chgData name="Mario Aragón Valderrama" userId="ab42593c9091a3c7" providerId="LiveId" clId="{A94EC9C8-FC2E-45B4-829C-AEB6B286F687}" dt="2025-10-31T11:55:40.882" v="6886"/>
          <ac:spMkLst>
            <pc:docMk/>
            <pc:sldMk cId="192883723" sldId="279"/>
            <ac:spMk id="3" creationId="{23BC3763-64CF-D7AA-2759-D7920FA2973E}"/>
          </ac:spMkLst>
        </pc:spChg>
        <pc:spChg chg="mod">
          <ac:chgData name="Mario Aragón Valderrama" userId="ab42593c9091a3c7" providerId="LiveId" clId="{A94EC9C8-FC2E-45B4-829C-AEB6B286F687}" dt="2025-10-31T11:57:01.337" v="6907" actId="1076"/>
          <ac:spMkLst>
            <pc:docMk/>
            <pc:sldMk cId="192883723" sldId="279"/>
            <ac:spMk id="633" creationId="{88BF07B4-089D-2999-03B1-E61BC35ADFED}"/>
          </ac:spMkLst>
        </pc:spChg>
      </pc:sldChg>
      <pc:sldChg chg="addSp delSp modSp add mod modClrScheme chgLayout">
        <pc:chgData name="Mario Aragón Valderrama" userId="ab42593c9091a3c7" providerId="LiveId" clId="{A94EC9C8-FC2E-45B4-829C-AEB6B286F687}" dt="2025-10-31T12:19:59.146" v="7520" actId="115"/>
        <pc:sldMkLst>
          <pc:docMk/>
          <pc:sldMk cId="3729417740" sldId="280"/>
        </pc:sldMkLst>
        <pc:spChg chg="add del mod ord">
          <ac:chgData name="Mario Aragón Valderrama" userId="ab42593c9091a3c7" providerId="LiveId" clId="{A94EC9C8-FC2E-45B4-829C-AEB6B286F687}" dt="2025-10-31T11:59:56.243" v="6923" actId="478"/>
          <ac:spMkLst>
            <pc:docMk/>
            <pc:sldMk cId="3729417740" sldId="280"/>
            <ac:spMk id="2" creationId="{3D477978-1390-86FB-0250-46342BFB99E7}"/>
          </ac:spMkLst>
        </pc:spChg>
        <pc:spChg chg="add del mod ord">
          <ac:chgData name="Mario Aragón Valderrama" userId="ab42593c9091a3c7" providerId="LiveId" clId="{A94EC9C8-FC2E-45B4-829C-AEB6B286F687}" dt="2025-10-31T11:59:56.243" v="6923" actId="478"/>
          <ac:spMkLst>
            <pc:docMk/>
            <pc:sldMk cId="3729417740" sldId="280"/>
            <ac:spMk id="3" creationId="{23C99568-7892-0B40-DA22-79F0D375512B}"/>
          </ac:spMkLst>
        </pc:spChg>
        <pc:spChg chg="add del mod ord">
          <ac:chgData name="Mario Aragón Valderrama" userId="ab42593c9091a3c7" providerId="LiveId" clId="{A94EC9C8-FC2E-45B4-829C-AEB6B286F687}" dt="2025-10-31T11:59:56.243" v="6923" actId="478"/>
          <ac:spMkLst>
            <pc:docMk/>
            <pc:sldMk cId="3729417740" sldId="280"/>
            <ac:spMk id="4" creationId="{B32BC3EA-6B8B-491F-9177-D693B9089B24}"/>
          </ac:spMkLst>
        </pc:spChg>
        <pc:spChg chg="add del mod ord">
          <ac:chgData name="Mario Aragón Valderrama" userId="ab42593c9091a3c7" providerId="LiveId" clId="{A94EC9C8-FC2E-45B4-829C-AEB6B286F687}" dt="2025-10-31T11:59:56.243" v="6923" actId="478"/>
          <ac:spMkLst>
            <pc:docMk/>
            <pc:sldMk cId="3729417740" sldId="280"/>
            <ac:spMk id="5" creationId="{6818159C-9A5D-6F8D-AC27-86798015E634}"/>
          </ac:spMkLst>
        </pc:spChg>
        <pc:spChg chg="add mod">
          <ac:chgData name="Mario Aragón Valderrama" userId="ab42593c9091a3c7" providerId="LiveId" clId="{A94EC9C8-FC2E-45B4-829C-AEB6B286F687}" dt="2025-10-31T11:59:56.543" v="6924"/>
          <ac:spMkLst>
            <pc:docMk/>
            <pc:sldMk cId="3729417740" sldId="280"/>
            <ac:spMk id="8" creationId="{4238D539-95F0-D7A5-DFDF-C8744FE057F5}"/>
          </ac:spMkLst>
        </pc:spChg>
        <pc:spChg chg="mod">
          <ac:chgData name="Mario Aragón Valderrama" userId="ab42593c9091a3c7" providerId="LiveId" clId="{A94EC9C8-FC2E-45B4-829C-AEB6B286F687}" dt="2025-10-31T12:00:00.110" v="6925"/>
          <ac:spMkLst>
            <pc:docMk/>
            <pc:sldMk cId="3729417740" sldId="280"/>
            <ac:spMk id="11" creationId="{1B17192B-513E-5716-0598-A466015CF282}"/>
          </ac:spMkLst>
        </pc:spChg>
        <pc:spChg chg="add mod">
          <ac:chgData name="Mario Aragón Valderrama" userId="ab42593c9091a3c7" providerId="LiveId" clId="{A94EC9C8-FC2E-45B4-829C-AEB6B286F687}" dt="2025-10-31T11:59:56.543" v="6924"/>
          <ac:spMkLst>
            <pc:docMk/>
            <pc:sldMk cId="3729417740" sldId="280"/>
            <ac:spMk id="18" creationId="{19A29319-74D1-F386-FC26-514AF4CC6169}"/>
          </ac:spMkLst>
        </pc:spChg>
        <pc:spChg chg="add mod">
          <ac:chgData name="Mario Aragón Valderrama" userId="ab42593c9091a3c7" providerId="LiveId" clId="{A94EC9C8-FC2E-45B4-829C-AEB6B286F687}" dt="2025-10-31T11:59:56.543" v="6924"/>
          <ac:spMkLst>
            <pc:docMk/>
            <pc:sldMk cId="3729417740" sldId="280"/>
            <ac:spMk id="21" creationId="{5FAA8381-C8C8-13EF-532D-0D68D76CEBF1}"/>
          </ac:spMkLst>
        </pc:spChg>
        <pc:spChg chg="add mod">
          <ac:chgData name="Mario Aragón Valderrama" userId="ab42593c9091a3c7" providerId="LiveId" clId="{A94EC9C8-FC2E-45B4-829C-AEB6B286F687}" dt="2025-10-31T11:59:56.543" v="6924"/>
          <ac:spMkLst>
            <pc:docMk/>
            <pc:sldMk cId="3729417740" sldId="280"/>
            <ac:spMk id="22" creationId="{E4E73302-1598-2F35-5797-C82AB1254CF0}"/>
          </ac:spMkLst>
        </pc:spChg>
        <pc:spChg chg="add mod">
          <ac:chgData name="Mario Aragón Valderrama" userId="ab42593c9091a3c7" providerId="LiveId" clId="{A94EC9C8-FC2E-45B4-829C-AEB6B286F687}" dt="2025-10-31T11:59:56.543" v="6924"/>
          <ac:spMkLst>
            <pc:docMk/>
            <pc:sldMk cId="3729417740" sldId="280"/>
            <ac:spMk id="23" creationId="{D772153E-2337-D826-3A9F-EDD371D96279}"/>
          </ac:spMkLst>
        </pc:spChg>
        <pc:spChg chg="mod">
          <ac:chgData name="Mario Aragón Valderrama" userId="ab42593c9091a3c7" providerId="LiveId" clId="{A94EC9C8-FC2E-45B4-829C-AEB6B286F687}" dt="2025-10-31T11:59:56.543" v="6924"/>
          <ac:spMkLst>
            <pc:docMk/>
            <pc:sldMk cId="3729417740" sldId="280"/>
            <ac:spMk id="30" creationId="{1B11E9D8-A371-2CDF-BE52-B0A70D3459C9}"/>
          </ac:spMkLst>
        </pc:spChg>
        <pc:spChg chg="mod">
          <ac:chgData name="Mario Aragón Valderrama" userId="ab42593c9091a3c7" providerId="LiveId" clId="{A94EC9C8-FC2E-45B4-829C-AEB6B286F687}" dt="2025-10-31T11:59:56.543" v="6924"/>
          <ac:spMkLst>
            <pc:docMk/>
            <pc:sldMk cId="3729417740" sldId="280"/>
            <ac:spMk id="32" creationId="{2CCB10F7-F6AF-BB4C-9492-1C00E6FD49DE}"/>
          </ac:spMkLst>
        </pc:spChg>
        <pc:spChg chg="mod">
          <ac:chgData name="Mario Aragón Valderrama" userId="ab42593c9091a3c7" providerId="LiveId" clId="{A94EC9C8-FC2E-45B4-829C-AEB6B286F687}" dt="2025-10-31T11:59:56.543" v="6924"/>
          <ac:spMkLst>
            <pc:docMk/>
            <pc:sldMk cId="3729417740" sldId="280"/>
            <ac:spMk id="37" creationId="{C6801A4E-FCBB-D63C-CA20-CA7F25E3CC19}"/>
          </ac:spMkLst>
        </pc:spChg>
        <pc:spChg chg="mod">
          <ac:chgData name="Mario Aragón Valderrama" userId="ab42593c9091a3c7" providerId="LiveId" clId="{A94EC9C8-FC2E-45B4-829C-AEB6B286F687}" dt="2025-10-31T11:59:56.543" v="6924"/>
          <ac:spMkLst>
            <pc:docMk/>
            <pc:sldMk cId="3729417740" sldId="280"/>
            <ac:spMk id="46" creationId="{7DFCDBC9-87FA-CC9B-3B2D-22EB07AAD663}"/>
          </ac:spMkLst>
        </pc:spChg>
        <pc:spChg chg="mod">
          <ac:chgData name="Mario Aragón Valderrama" userId="ab42593c9091a3c7" providerId="LiveId" clId="{A94EC9C8-FC2E-45B4-829C-AEB6B286F687}" dt="2025-10-31T11:59:56.543" v="6924"/>
          <ac:spMkLst>
            <pc:docMk/>
            <pc:sldMk cId="3729417740" sldId="280"/>
            <ac:spMk id="49" creationId="{E45BB9A5-D223-9678-8F3D-E5082D65B027}"/>
          </ac:spMkLst>
        </pc:spChg>
        <pc:spChg chg="mod ord">
          <ac:chgData name="Mario Aragón Valderrama" userId="ab42593c9091a3c7" providerId="LiveId" clId="{A94EC9C8-FC2E-45B4-829C-AEB6B286F687}" dt="2025-10-31T12:13:39.573" v="7279" actId="1076"/>
          <ac:spMkLst>
            <pc:docMk/>
            <pc:sldMk cId="3729417740" sldId="280"/>
            <ac:spMk id="59" creationId="{272A9B48-06CD-BA0E-9761-7A83F9A0C7F5}"/>
          </ac:spMkLst>
        </pc:spChg>
        <pc:spChg chg="del">
          <ac:chgData name="Mario Aragón Valderrama" userId="ab42593c9091a3c7" providerId="LiveId" clId="{A94EC9C8-FC2E-45B4-829C-AEB6B286F687}" dt="2025-10-31T12:02:13.331" v="6987" actId="478"/>
          <ac:spMkLst>
            <pc:docMk/>
            <pc:sldMk cId="3729417740" sldId="280"/>
            <ac:spMk id="60" creationId="{1EC145EB-35B3-034D-DE94-6D0615A11CDC}"/>
          </ac:spMkLst>
        </pc:spChg>
        <pc:spChg chg="del">
          <ac:chgData name="Mario Aragón Valderrama" userId="ab42593c9091a3c7" providerId="LiveId" clId="{A94EC9C8-FC2E-45B4-829C-AEB6B286F687}" dt="2025-10-31T12:02:13.887" v="6988" actId="478"/>
          <ac:spMkLst>
            <pc:docMk/>
            <pc:sldMk cId="3729417740" sldId="280"/>
            <ac:spMk id="61" creationId="{321C0439-1E92-D530-158A-D5C0F636DE38}"/>
          </ac:spMkLst>
        </pc:spChg>
        <pc:spChg chg="del">
          <ac:chgData name="Mario Aragón Valderrama" userId="ab42593c9091a3c7" providerId="LiveId" clId="{A94EC9C8-FC2E-45B4-829C-AEB6B286F687}" dt="2025-10-31T12:02:11.986" v="6985" actId="478"/>
          <ac:spMkLst>
            <pc:docMk/>
            <pc:sldMk cId="3729417740" sldId="280"/>
            <ac:spMk id="62" creationId="{42BC92B2-D25E-499C-5ED6-57D747987866}"/>
          </ac:spMkLst>
        </pc:spChg>
        <pc:spChg chg="add mod ord">
          <ac:chgData name="Mario Aragón Valderrama" userId="ab42593c9091a3c7" providerId="LiveId" clId="{A94EC9C8-FC2E-45B4-829C-AEB6B286F687}" dt="2025-10-31T12:13:39.573" v="7279" actId="1076"/>
          <ac:spMkLst>
            <pc:docMk/>
            <pc:sldMk cId="3729417740" sldId="280"/>
            <ac:spMk id="63" creationId="{DAAC3287-95C6-BA1F-9A87-A2ACA773479C}"/>
          </ac:spMkLst>
        </pc:spChg>
        <pc:spChg chg="add del mod">
          <ac:chgData name="Mario Aragón Valderrama" userId="ab42593c9091a3c7" providerId="LiveId" clId="{A94EC9C8-FC2E-45B4-829C-AEB6B286F687}" dt="2025-10-31T12:00:04.296" v="6927" actId="478"/>
          <ac:spMkLst>
            <pc:docMk/>
            <pc:sldMk cId="3729417740" sldId="280"/>
            <ac:spMk id="576" creationId="{7C4359AA-E886-357D-229A-D3B016BEFE48}"/>
          </ac:spMkLst>
        </pc:spChg>
        <pc:spChg chg="mod">
          <ac:chgData name="Mario Aragón Valderrama" userId="ab42593c9091a3c7" providerId="LiveId" clId="{A94EC9C8-FC2E-45B4-829C-AEB6B286F687}" dt="2025-10-31T12:00:01.427" v="6926"/>
          <ac:spMkLst>
            <pc:docMk/>
            <pc:sldMk cId="3729417740" sldId="280"/>
            <ac:spMk id="579" creationId="{246E2260-84FA-A95C-AB1A-B009552A2181}"/>
          </ac:spMkLst>
        </pc:spChg>
        <pc:spChg chg="del">
          <ac:chgData name="Mario Aragón Valderrama" userId="ab42593c9091a3c7" providerId="LiveId" clId="{A94EC9C8-FC2E-45B4-829C-AEB6B286F687}" dt="2025-10-31T12:02:33.693" v="6998" actId="478"/>
          <ac:spMkLst>
            <pc:docMk/>
            <pc:sldMk cId="3729417740" sldId="280"/>
            <ac:spMk id="580" creationId="{35C93C48-BD9A-77BD-ACCE-810B0F94B8BD}"/>
          </ac:spMkLst>
        </pc:spChg>
        <pc:spChg chg="del">
          <ac:chgData name="Mario Aragón Valderrama" userId="ab42593c9091a3c7" providerId="LiveId" clId="{A94EC9C8-FC2E-45B4-829C-AEB6B286F687}" dt="2025-10-31T12:02:34.567" v="6999" actId="478"/>
          <ac:spMkLst>
            <pc:docMk/>
            <pc:sldMk cId="3729417740" sldId="280"/>
            <ac:spMk id="581" creationId="{67E034E3-9469-5A05-61F2-FD237340940E}"/>
          </ac:spMkLst>
        </pc:spChg>
        <pc:spChg chg="del mod">
          <ac:chgData name="Mario Aragón Valderrama" userId="ab42593c9091a3c7" providerId="LiveId" clId="{A94EC9C8-FC2E-45B4-829C-AEB6B286F687}" dt="2025-10-31T12:02:36.466" v="7001" actId="478"/>
          <ac:spMkLst>
            <pc:docMk/>
            <pc:sldMk cId="3729417740" sldId="280"/>
            <ac:spMk id="582" creationId="{0124F431-5356-5BA0-4C32-EFF78F93ADCE}"/>
          </ac:spMkLst>
        </pc:spChg>
        <pc:spChg chg="mod ord">
          <ac:chgData name="Mario Aragón Valderrama" userId="ab42593c9091a3c7" providerId="LiveId" clId="{A94EC9C8-FC2E-45B4-829C-AEB6B286F687}" dt="2025-10-31T12:14:52.576" v="7297" actId="1076"/>
          <ac:spMkLst>
            <pc:docMk/>
            <pc:sldMk cId="3729417740" sldId="280"/>
            <ac:spMk id="583" creationId="{160C52B2-04F8-173B-FD6B-C29FC57BF3F5}"/>
          </ac:spMkLst>
        </pc:spChg>
        <pc:spChg chg="add del mod">
          <ac:chgData name="Mario Aragón Valderrama" userId="ab42593c9091a3c7" providerId="LiveId" clId="{A94EC9C8-FC2E-45B4-829C-AEB6B286F687}" dt="2025-10-31T12:02:18.883" v="6993" actId="478"/>
          <ac:spMkLst>
            <pc:docMk/>
            <pc:sldMk cId="3729417740" sldId="280"/>
            <ac:spMk id="584" creationId="{FBCE2494-349A-5322-0F82-668D098A9CAD}"/>
          </ac:spMkLst>
        </pc:spChg>
        <pc:spChg chg="del">
          <ac:chgData name="Mario Aragón Valderrama" userId="ab42593c9091a3c7" providerId="LiveId" clId="{A94EC9C8-FC2E-45B4-829C-AEB6B286F687}" dt="2025-10-31T12:02:17.498" v="6991" actId="478"/>
          <ac:spMkLst>
            <pc:docMk/>
            <pc:sldMk cId="3729417740" sldId="280"/>
            <ac:spMk id="585" creationId="{8CAD45E0-33E2-9C93-EB0D-90578FE15254}"/>
          </ac:spMkLst>
        </pc:spChg>
        <pc:spChg chg="del">
          <ac:chgData name="Mario Aragón Valderrama" userId="ab42593c9091a3c7" providerId="LiveId" clId="{A94EC9C8-FC2E-45B4-829C-AEB6B286F687}" dt="2025-10-31T12:02:16.963" v="6990" actId="478"/>
          <ac:spMkLst>
            <pc:docMk/>
            <pc:sldMk cId="3729417740" sldId="280"/>
            <ac:spMk id="586" creationId="{62A5C1FB-ECF3-6CD3-5530-A9F58971159A}"/>
          </ac:spMkLst>
        </pc:spChg>
        <pc:spChg chg="mod ord">
          <ac:chgData name="Mario Aragón Valderrama" userId="ab42593c9091a3c7" providerId="LiveId" clId="{A94EC9C8-FC2E-45B4-829C-AEB6B286F687}" dt="2025-10-31T12:14:36.650" v="7294" actId="166"/>
          <ac:spMkLst>
            <pc:docMk/>
            <pc:sldMk cId="3729417740" sldId="280"/>
            <ac:spMk id="587" creationId="{F5FADC25-6962-68E7-217A-0BA156D5F24E}"/>
          </ac:spMkLst>
        </pc:spChg>
        <pc:spChg chg="del">
          <ac:chgData name="Mario Aragón Valderrama" userId="ab42593c9091a3c7" providerId="LiveId" clId="{A94EC9C8-FC2E-45B4-829C-AEB6B286F687}" dt="2025-10-31T12:02:39.517" v="7004" actId="478"/>
          <ac:spMkLst>
            <pc:docMk/>
            <pc:sldMk cId="3729417740" sldId="280"/>
            <ac:spMk id="588" creationId="{C13314DD-E40E-D464-C63C-48C7ACC59EA4}"/>
          </ac:spMkLst>
        </pc:spChg>
        <pc:spChg chg="add del mod">
          <ac:chgData name="Mario Aragón Valderrama" userId="ab42593c9091a3c7" providerId="LiveId" clId="{A94EC9C8-FC2E-45B4-829C-AEB6B286F687}" dt="2025-10-31T12:02:38.546" v="7003" actId="478"/>
          <ac:spMkLst>
            <pc:docMk/>
            <pc:sldMk cId="3729417740" sldId="280"/>
            <ac:spMk id="589" creationId="{2759DA9B-EC05-4848-D209-F2C17C5A8C5E}"/>
          </ac:spMkLst>
        </pc:spChg>
        <pc:spChg chg="add del mod">
          <ac:chgData name="Mario Aragón Valderrama" userId="ab42593c9091a3c7" providerId="LiveId" clId="{A94EC9C8-FC2E-45B4-829C-AEB6B286F687}" dt="2025-10-31T12:02:37.527" v="7002" actId="478"/>
          <ac:spMkLst>
            <pc:docMk/>
            <pc:sldMk cId="3729417740" sldId="280"/>
            <ac:spMk id="590" creationId="{0587FDA1-48EE-1ECB-4790-ABA48073914C}"/>
          </ac:spMkLst>
        </pc:spChg>
        <pc:spChg chg="mod">
          <ac:chgData name="Mario Aragón Valderrama" userId="ab42593c9091a3c7" providerId="LiveId" clId="{A94EC9C8-FC2E-45B4-829C-AEB6B286F687}" dt="2025-10-31T12:00:01.427" v="6926"/>
          <ac:spMkLst>
            <pc:docMk/>
            <pc:sldMk cId="3729417740" sldId="280"/>
            <ac:spMk id="592" creationId="{3EE3DB1A-2512-D7E9-40AA-83D35E4EDDFB}"/>
          </ac:spMkLst>
        </pc:spChg>
        <pc:spChg chg="mod">
          <ac:chgData name="Mario Aragón Valderrama" userId="ab42593c9091a3c7" providerId="LiveId" clId="{A94EC9C8-FC2E-45B4-829C-AEB6B286F687}" dt="2025-10-31T12:00:01.427" v="6926"/>
          <ac:spMkLst>
            <pc:docMk/>
            <pc:sldMk cId="3729417740" sldId="280"/>
            <ac:spMk id="605" creationId="{888C2312-5D02-82FD-F202-0260650FF915}"/>
          </ac:spMkLst>
        </pc:spChg>
        <pc:spChg chg="mod">
          <ac:chgData name="Mario Aragón Valderrama" userId="ab42593c9091a3c7" providerId="LiveId" clId="{A94EC9C8-FC2E-45B4-829C-AEB6B286F687}" dt="2025-10-31T12:00:01.427" v="6926"/>
          <ac:spMkLst>
            <pc:docMk/>
            <pc:sldMk cId="3729417740" sldId="280"/>
            <ac:spMk id="612" creationId="{8013A005-EBCE-0433-02C5-B8C76B5E8EF7}"/>
          </ac:spMkLst>
        </pc:spChg>
        <pc:spChg chg="mod">
          <ac:chgData name="Mario Aragón Valderrama" userId="ab42593c9091a3c7" providerId="LiveId" clId="{A94EC9C8-FC2E-45B4-829C-AEB6B286F687}" dt="2025-10-31T12:00:01.427" v="6926"/>
          <ac:spMkLst>
            <pc:docMk/>
            <pc:sldMk cId="3729417740" sldId="280"/>
            <ac:spMk id="619" creationId="{AB150971-3AFF-C959-ACCF-A54E6949A937}"/>
          </ac:spMkLst>
        </pc:spChg>
        <pc:spChg chg="add del mod">
          <ac:chgData name="Mario Aragón Valderrama" userId="ab42593c9091a3c7" providerId="LiveId" clId="{A94EC9C8-FC2E-45B4-829C-AEB6B286F687}" dt="2025-10-31T12:01:12.726" v="6969" actId="478"/>
          <ac:spMkLst>
            <pc:docMk/>
            <pc:sldMk cId="3729417740" sldId="280"/>
            <ac:spMk id="624" creationId="{541825D9-F106-581B-8B78-0946B9C0F88C}"/>
          </ac:spMkLst>
        </pc:spChg>
        <pc:spChg chg="add del mod">
          <ac:chgData name="Mario Aragón Valderrama" userId="ab42593c9091a3c7" providerId="LiveId" clId="{A94EC9C8-FC2E-45B4-829C-AEB6B286F687}" dt="2025-10-31T12:03:47.806" v="7009"/>
          <ac:spMkLst>
            <pc:docMk/>
            <pc:sldMk cId="3729417740" sldId="280"/>
            <ac:spMk id="625" creationId="{3BF85E46-708A-CC27-FD3C-48A72ADE1728}"/>
          </ac:spMkLst>
        </pc:spChg>
        <pc:spChg chg="add del mod">
          <ac:chgData name="Mario Aragón Valderrama" userId="ab42593c9091a3c7" providerId="LiveId" clId="{A94EC9C8-FC2E-45B4-829C-AEB6B286F687}" dt="2025-10-31T12:06:22.586" v="7025" actId="478"/>
          <ac:spMkLst>
            <pc:docMk/>
            <pc:sldMk cId="3729417740" sldId="280"/>
            <ac:spMk id="626" creationId="{93BE2E57-DC70-2BAB-D7E8-FECD484C2357}"/>
          </ac:spMkLst>
        </pc:spChg>
        <pc:spChg chg="add mod">
          <ac:chgData name="Mario Aragón Valderrama" userId="ab42593c9091a3c7" providerId="LiveId" clId="{A94EC9C8-FC2E-45B4-829C-AEB6B286F687}" dt="2025-10-31T12:17:18.421" v="7487" actId="1076"/>
          <ac:spMkLst>
            <pc:docMk/>
            <pc:sldMk cId="3729417740" sldId="280"/>
            <ac:spMk id="631" creationId="{7AA7058E-9BE2-849D-0A76-2B2D241AFF6D}"/>
          </ac:spMkLst>
        </pc:spChg>
        <pc:spChg chg="add mod">
          <ac:chgData name="Mario Aragón Valderrama" userId="ab42593c9091a3c7" providerId="LiveId" clId="{A94EC9C8-FC2E-45B4-829C-AEB6B286F687}" dt="2025-10-31T12:16:31.116" v="7483" actId="404"/>
          <ac:spMkLst>
            <pc:docMk/>
            <pc:sldMk cId="3729417740" sldId="280"/>
            <ac:spMk id="632" creationId="{710A3BEA-2604-24E5-30E8-C13F32D4BE4C}"/>
          </ac:spMkLst>
        </pc:spChg>
        <pc:spChg chg="mod ord">
          <ac:chgData name="Mario Aragón Valderrama" userId="ab42593c9091a3c7" providerId="LiveId" clId="{A94EC9C8-FC2E-45B4-829C-AEB6B286F687}" dt="2025-10-31T12:06:32.496" v="7027" actId="1076"/>
          <ac:spMkLst>
            <pc:docMk/>
            <pc:sldMk cId="3729417740" sldId="280"/>
            <ac:spMk id="633" creationId="{F6C12439-9695-5DCC-5484-455797F0DD0A}"/>
          </ac:spMkLst>
        </pc:spChg>
        <pc:spChg chg="add mod">
          <ac:chgData name="Mario Aragón Valderrama" userId="ab42593c9091a3c7" providerId="LiveId" clId="{A94EC9C8-FC2E-45B4-829C-AEB6B286F687}" dt="2025-10-31T12:19:59.146" v="7520" actId="115"/>
          <ac:spMkLst>
            <pc:docMk/>
            <pc:sldMk cId="3729417740" sldId="280"/>
            <ac:spMk id="634" creationId="{51011016-44F2-FE07-8AF0-A81903637A7B}"/>
          </ac:spMkLst>
        </pc:spChg>
        <pc:grpChg chg="del">
          <ac:chgData name="Mario Aragón Valderrama" userId="ab42593c9091a3c7" providerId="LiveId" clId="{A94EC9C8-FC2E-45B4-829C-AEB6B286F687}" dt="2025-10-31T12:00:44.999" v="6966" actId="478"/>
          <ac:grpSpMkLst>
            <pc:docMk/>
            <pc:sldMk cId="3729417740" sldId="280"/>
            <ac:grpSpMk id="577" creationId="{3F78A124-3181-B799-5735-09D48F604AE5}"/>
          </ac:grpSpMkLst>
        </pc:grpChg>
        <pc:grpChg chg="del">
          <ac:chgData name="Mario Aragón Valderrama" userId="ab42593c9091a3c7" providerId="LiveId" clId="{A94EC9C8-FC2E-45B4-829C-AEB6B286F687}" dt="2025-10-31T12:00:12.826" v="6930" actId="478"/>
          <ac:grpSpMkLst>
            <pc:docMk/>
            <pc:sldMk cId="3729417740" sldId="280"/>
            <ac:grpSpMk id="591" creationId="{35C7FF1E-CC62-92F3-FCE7-F7BDED5B84FA}"/>
          </ac:grpSpMkLst>
        </pc:grpChg>
        <pc:grpChg chg="del">
          <ac:chgData name="Mario Aragón Valderrama" userId="ab42593c9091a3c7" providerId="LiveId" clId="{A94EC9C8-FC2E-45B4-829C-AEB6B286F687}" dt="2025-10-31T12:02:09.177" v="6984" actId="478"/>
          <ac:grpSpMkLst>
            <pc:docMk/>
            <pc:sldMk cId="3729417740" sldId="280"/>
            <ac:grpSpMk id="594" creationId="{A78767C6-1AD7-547D-5755-8E99D82CBAA0}"/>
          </ac:grpSpMkLst>
        </pc:grpChg>
        <pc:grpChg chg="del">
          <ac:chgData name="Mario Aragón Valderrama" userId="ab42593c9091a3c7" providerId="LiveId" clId="{A94EC9C8-FC2E-45B4-829C-AEB6B286F687}" dt="2025-10-31T12:02:14.697" v="6989" actId="478"/>
          <ac:grpSpMkLst>
            <pc:docMk/>
            <pc:sldMk cId="3729417740" sldId="280"/>
            <ac:grpSpMk id="598" creationId="{9DBD939F-B22F-C355-3167-F83E06642E81}"/>
          </ac:grpSpMkLst>
        </pc:grpChg>
        <pc:grpChg chg="del">
          <ac:chgData name="Mario Aragón Valderrama" userId="ab42593c9091a3c7" providerId="LiveId" clId="{A94EC9C8-FC2E-45B4-829C-AEB6B286F687}" dt="2025-10-31T12:02:12.666" v="6986" actId="478"/>
          <ac:grpSpMkLst>
            <pc:docMk/>
            <pc:sldMk cId="3729417740" sldId="280"/>
            <ac:grpSpMk id="603" creationId="{1A5D7B4D-3F86-2CB8-5637-5CA448A67658}"/>
          </ac:grpSpMkLst>
        </pc:grpChg>
        <pc:grpChg chg="del">
          <ac:chgData name="Mario Aragón Valderrama" userId="ab42593c9091a3c7" providerId="LiveId" clId="{A94EC9C8-FC2E-45B4-829C-AEB6B286F687}" dt="2025-10-31T12:02:18.248" v="6992" actId="478"/>
          <ac:grpSpMkLst>
            <pc:docMk/>
            <pc:sldMk cId="3729417740" sldId="280"/>
            <ac:grpSpMk id="609" creationId="{1FC975FE-ECE4-0226-7EC0-BA12C0A4FC20}"/>
          </ac:grpSpMkLst>
        </pc:grpChg>
        <pc:grpChg chg="mod">
          <ac:chgData name="Mario Aragón Valderrama" userId="ab42593c9091a3c7" providerId="LiveId" clId="{A94EC9C8-FC2E-45B4-829C-AEB6B286F687}" dt="2025-10-31T12:13:39.573" v="7279" actId="1076"/>
          <ac:grpSpMkLst>
            <pc:docMk/>
            <pc:sldMk cId="3729417740" sldId="280"/>
            <ac:grpSpMk id="616" creationId="{211B4FB1-DED4-BE7B-08DF-63276B9D3A7C}"/>
          </ac:grpSpMkLst>
        </pc:grpChg>
        <pc:grpChg chg="del">
          <ac:chgData name="Mario Aragón Valderrama" userId="ab42593c9091a3c7" providerId="LiveId" clId="{A94EC9C8-FC2E-45B4-829C-AEB6B286F687}" dt="2025-10-31T12:02:19.650" v="6994" actId="478"/>
          <ac:grpSpMkLst>
            <pc:docMk/>
            <pc:sldMk cId="3729417740" sldId="280"/>
            <ac:grpSpMk id="621" creationId="{B49D133F-D519-DAAB-2178-D0EB536F6F5A}"/>
          </ac:grpSpMkLst>
        </pc:grpChg>
        <pc:picChg chg="add mod">
          <ac:chgData name="Mario Aragón Valderrama" userId="ab42593c9091a3c7" providerId="LiveId" clId="{A94EC9C8-FC2E-45B4-829C-AEB6B286F687}" dt="2025-10-31T12:13:39.573" v="7279" actId="1076"/>
          <ac:picMkLst>
            <pc:docMk/>
            <pc:sldMk cId="3729417740" sldId="280"/>
            <ac:picMk id="628" creationId="{0049D36F-5CE6-EB69-3EFF-B0FC9696B8D3}"/>
          </ac:picMkLst>
        </pc:picChg>
        <pc:picChg chg="add mod">
          <ac:chgData name="Mario Aragón Valderrama" userId="ab42593c9091a3c7" providerId="LiveId" clId="{A94EC9C8-FC2E-45B4-829C-AEB6B286F687}" dt="2025-10-31T12:14:30.806" v="7292" actId="14100"/>
          <ac:picMkLst>
            <pc:docMk/>
            <pc:sldMk cId="3729417740" sldId="280"/>
            <ac:picMk id="630" creationId="{D6958A06-027A-312F-9B3B-4479111747AE}"/>
          </ac:picMkLst>
        </pc:picChg>
      </pc:sldChg>
      <pc:sldChg chg="new del">
        <pc:chgData name="Mario Aragón Valderrama" userId="ab42593c9091a3c7" providerId="LiveId" clId="{A94EC9C8-FC2E-45B4-829C-AEB6B286F687}" dt="2025-10-31T09:28:29.544" v="45" actId="47"/>
        <pc:sldMkLst>
          <pc:docMk/>
          <pc:sldMk cId="1556381580" sldId="281"/>
        </pc:sldMkLst>
      </pc:sldChg>
      <pc:sldChg chg="modSp add">
        <pc:chgData name="Mario Aragón Valderrama" userId="ab42593c9091a3c7" providerId="LiveId" clId="{A94EC9C8-FC2E-45B4-829C-AEB6B286F687}" dt="2025-10-31T11:11:25.029" v="2790"/>
        <pc:sldMkLst>
          <pc:docMk/>
          <pc:sldMk cId="2941773835" sldId="281"/>
        </pc:sldMkLst>
        <pc:spChg chg="mod">
          <ac:chgData name="Mario Aragón Valderrama" userId="ab42593c9091a3c7" providerId="LiveId" clId="{A94EC9C8-FC2E-45B4-829C-AEB6B286F687}" dt="2025-10-31T11:11:25.029" v="2790"/>
          <ac:spMkLst>
            <pc:docMk/>
            <pc:sldMk cId="2941773835" sldId="281"/>
            <ac:spMk id="633" creationId="{D2F30AEF-5FFA-6775-646D-F971A970963C}"/>
          </ac:spMkLst>
        </pc:spChg>
      </pc:sldChg>
      <pc:sldChg chg="modSp add mod">
        <pc:chgData name="Mario Aragón Valderrama" userId="ab42593c9091a3c7" providerId="LiveId" clId="{A94EC9C8-FC2E-45B4-829C-AEB6B286F687}" dt="2025-10-31T11:11:46.389" v="2797" actId="14100"/>
        <pc:sldMkLst>
          <pc:docMk/>
          <pc:sldMk cId="224675658" sldId="282"/>
        </pc:sldMkLst>
        <pc:spChg chg="mod">
          <ac:chgData name="Mario Aragón Valderrama" userId="ab42593c9091a3c7" providerId="LiveId" clId="{A94EC9C8-FC2E-45B4-829C-AEB6B286F687}" dt="2025-10-31T11:11:46.389" v="2797" actId="14100"/>
          <ac:spMkLst>
            <pc:docMk/>
            <pc:sldMk cId="224675658" sldId="282"/>
            <ac:spMk id="633" creationId="{9D897F01-AE23-9F34-64C8-027BAF49FE70}"/>
          </ac:spMkLst>
        </pc:spChg>
      </pc:sldChg>
      <pc:sldChg chg="modSp add mod">
        <pc:chgData name="Mario Aragón Valderrama" userId="ab42593c9091a3c7" providerId="LiveId" clId="{A94EC9C8-FC2E-45B4-829C-AEB6B286F687}" dt="2025-10-31T11:11:57.069" v="2804" actId="14100"/>
        <pc:sldMkLst>
          <pc:docMk/>
          <pc:sldMk cId="2016856145" sldId="283"/>
        </pc:sldMkLst>
        <pc:spChg chg="mod">
          <ac:chgData name="Mario Aragón Valderrama" userId="ab42593c9091a3c7" providerId="LiveId" clId="{A94EC9C8-FC2E-45B4-829C-AEB6B286F687}" dt="2025-10-31T11:11:57.069" v="2804" actId="14100"/>
          <ac:spMkLst>
            <pc:docMk/>
            <pc:sldMk cId="2016856145" sldId="283"/>
            <ac:spMk id="633" creationId="{D5FA695C-D432-E93D-0A83-17103D7F6957}"/>
          </ac:spMkLst>
        </pc:spChg>
      </pc:sldChg>
      <pc:sldChg chg="modSp add">
        <pc:chgData name="Mario Aragón Valderrama" userId="ab42593c9091a3c7" providerId="LiveId" clId="{A94EC9C8-FC2E-45B4-829C-AEB6B286F687}" dt="2025-10-31T11:12:07.683" v="2805"/>
        <pc:sldMkLst>
          <pc:docMk/>
          <pc:sldMk cId="804811583" sldId="284"/>
        </pc:sldMkLst>
        <pc:spChg chg="mod">
          <ac:chgData name="Mario Aragón Valderrama" userId="ab42593c9091a3c7" providerId="LiveId" clId="{A94EC9C8-FC2E-45B4-829C-AEB6B286F687}" dt="2025-10-31T11:12:07.683" v="2805"/>
          <ac:spMkLst>
            <pc:docMk/>
            <pc:sldMk cId="804811583" sldId="284"/>
            <ac:spMk id="633" creationId="{DC5D79E9-BDAD-F1DC-A98F-4B21D1728099}"/>
          </ac:spMkLst>
        </pc:spChg>
      </pc:sldChg>
      <pc:sldChg chg="add del">
        <pc:chgData name="Mario Aragón Valderrama" userId="ab42593c9091a3c7" providerId="LiveId" clId="{A94EC9C8-FC2E-45B4-829C-AEB6B286F687}" dt="2025-10-31T11:12:11.004" v="2806" actId="47"/>
        <pc:sldMkLst>
          <pc:docMk/>
          <pc:sldMk cId="656790693" sldId="285"/>
        </pc:sldMkLst>
      </pc:sldChg>
      <pc:sldMasterChg chg="addSldLayout delSldLayout">
        <pc:chgData name="Mario Aragón Valderrama" userId="ab42593c9091a3c7" providerId="LiveId" clId="{A94EC9C8-FC2E-45B4-829C-AEB6B286F687}" dt="2025-10-31T09:26:26.352" v="16" actId="47"/>
        <pc:sldMasterMkLst>
          <pc:docMk/>
          <pc:sldMasterMk cId="0" sldId="2147483665"/>
        </pc:sldMasterMkLst>
        <pc:sldLayoutChg chg="add del">
          <pc:chgData name="Mario Aragón Valderrama" userId="ab42593c9091a3c7" providerId="LiveId" clId="{A94EC9C8-FC2E-45B4-829C-AEB6B286F687}" dt="2025-10-31T09:26:26.352" v="16" actId="47"/>
          <pc:sldLayoutMkLst>
            <pc:docMk/>
            <pc:sldMasterMk cId="0" sldId="2147483665"/>
            <pc:sldLayoutMk cId="0" sldId="2147483652"/>
          </pc:sldLayoutMkLst>
        </pc:sldLayoutChg>
        <pc:sldLayoutChg chg="del">
          <pc:chgData name="Mario Aragón Valderrama" userId="ab42593c9091a3c7" providerId="LiveId" clId="{A94EC9C8-FC2E-45B4-829C-AEB6B286F687}" dt="2025-10-31T09:26:17.493" v="0" actId="47"/>
          <pc:sldLayoutMkLst>
            <pc:docMk/>
            <pc:sldMasterMk cId="0" sldId="2147483665"/>
            <pc:sldLayoutMk cId="0" sldId="2147483659"/>
          </pc:sldLayoutMkLst>
        </pc:sldLayoutChg>
      </pc:sldMaster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image" Target="../media/image2.jpeg"/><Relationship Id="rId5" Type="http://schemas.openxmlformats.org/officeDocument/2006/relationships/image" Target="../media/image6.png"/><Relationship Id="rId4" Type="http://schemas.openxmlformats.org/officeDocument/2006/relationships/image" Target="../media/image5.png"/></Relationships>
</file>

<file path=ppt/diagrams/_rels/drawing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image" Target="../media/image2.jpeg"/><Relationship Id="rId5" Type="http://schemas.openxmlformats.org/officeDocument/2006/relationships/image" Target="../media/image6.png"/><Relationship Id="rId4" Type="http://schemas.openxmlformats.org/officeDocument/2006/relationships/image" Target="../media/image5.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0DBD592-C900-4D5D-A79A-93A58E8DA17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es-ES"/>
        </a:p>
      </dgm:t>
    </dgm:pt>
    <dgm:pt modelId="{C9F99139-B66D-4219-861A-3EA127D493C0}">
      <dgm:prSet phldrT="[Texto]" phldr="0" custT="1"/>
      <dgm:spPr/>
      <dgm:t>
        <a:bodyPr/>
        <a:lstStyle/>
        <a:p>
          <a:r>
            <a:rPr lang="es-ES" sz="900" b="1" dirty="0">
              <a:solidFill>
                <a:srgbClr val="002060"/>
              </a:solidFill>
            </a:rPr>
            <a:t>Business </a:t>
          </a:r>
          <a:r>
            <a:rPr lang="es-ES" sz="900" b="1" dirty="0" err="1">
              <a:solidFill>
                <a:srgbClr val="002060"/>
              </a:solidFill>
            </a:rPr>
            <a:t>understanding</a:t>
          </a:r>
          <a:r>
            <a:rPr lang="es-ES" sz="900" b="1" dirty="0">
              <a:solidFill>
                <a:srgbClr val="002060"/>
              </a:solidFill>
            </a:rPr>
            <a:t> </a:t>
          </a:r>
          <a:r>
            <a:rPr lang="es-ES" sz="900" dirty="0"/>
            <a:t>– Todo el equipo</a:t>
          </a:r>
        </a:p>
      </dgm:t>
    </dgm:pt>
    <dgm:pt modelId="{1C880A37-22BC-4FD9-8955-F47618D81BCC}" type="parTrans" cxnId="{2FF3EB71-C7F5-4619-AB74-5943DE39CC10}">
      <dgm:prSet/>
      <dgm:spPr/>
      <dgm:t>
        <a:bodyPr/>
        <a:lstStyle/>
        <a:p>
          <a:endParaRPr lang="es-ES" sz="2400"/>
        </a:p>
      </dgm:t>
    </dgm:pt>
    <dgm:pt modelId="{2ABCB300-CCE9-44E7-999D-3B03628596E1}" type="sibTrans" cxnId="{2FF3EB71-C7F5-4619-AB74-5943DE39CC10}">
      <dgm:prSet/>
      <dgm:spPr/>
      <dgm:t>
        <a:bodyPr/>
        <a:lstStyle/>
        <a:p>
          <a:endParaRPr lang="es-ES" sz="2400"/>
        </a:p>
      </dgm:t>
    </dgm:pt>
    <dgm:pt modelId="{B0A54B65-E829-4553-8B45-B4EBDAF3C233}">
      <dgm:prSet phldrT="[Texto]" phldr="0" custT="1"/>
      <dgm:spPr/>
      <dgm:t>
        <a:bodyPr/>
        <a:lstStyle/>
        <a:p>
          <a:r>
            <a:rPr lang="es-ES" sz="800" b="1" dirty="0">
              <a:solidFill>
                <a:srgbClr val="002060"/>
              </a:solidFill>
            </a:rPr>
            <a:t>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p>
        <a:p>
          <a:r>
            <a:rPr lang="es-ES" sz="800" dirty="0"/>
            <a:t>Diseño del </a:t>
          </a:r>
          <a:r>
            <a:rPr lang="es-ES" sz="800" dirty="0" err="1"/>
            <a:t>metadata</a:t>
          </a:r>
          <a:r>
            <a:rPr lang="es-ES" sz="800" dirty="0"/>
            <a:t> – Melissa</a:t>
          </a:r>
        </a:p>
        <a:p>
          <a:r>
            <a:rPr lang="es-ES" sz="800" dirty="0"/>
            <a:t>Análisis exploratorio de datos – </a:t>
          </a:r>
          <a:r>
            <a:rPr lang="es-ES" sz="800" dirty="0" err="1"/>
            <a:t>Wenjia</a:t>
          </a:r>
          <a:r>
            <a:rPr lang="es-ES" sz="800" dirty="0"/>
            <a:t> y </a:t>
          </a:r>
          <a:r>
            <a:rPr lang="es-ES" sz="800" dirty="0" err="1"/>
            <a:t>Siling</a:t>
          </a:r>
          <a:endParaRPr lang="es-ES" sz="800" dirty="0"/>
        </a:p>
        <a:p>
          <a:r>
            <a:rPr lang="es-ES" sz="800" dirty="0"/>
            <a:t>Análisis de </a:t>
          </a:r>
          <a:r>
            <a:rPr lang="es-ES" sz="800" dirty="0" err="1"/>
            <a:t>outliers</a:t>
          </a:r>
          <a:r>
            <a:rPr lang="es-ES" sz="800" dirty="0"/>
            <a:t> </a:t>
          </a:r>
          <a:r>
            <a:rPr lang="es-ES" sz="800" dirty="0" err="1"/>
            <a:t>pre-imputación</a:t>
          </a:r>
          <a:r>
            <a:rPr lang="es-ES" sz="800" dirty="0"/>
            <a:t>: Mario, Laura y Melissa</a:t>
          </a:r>
        </a:p>
        <a:p>
          <a:endParaRPr lang="es-ES" sz="800" dirty="0"/>
        </a:p>
      </dgm:t>
    </dgm:pt>
    <dgm:pt modelId="{58D673D6-CE1A-45C9-8DE0-8248CFA91FFF}" type="parTrans" cxnId="{62EFD2D3-AE51-4D7B-AC9A-B557C95CFE85}">
      <dgm:prSet/>
      <dgm:spPr/>
      <dgm:t>
        <a:bodyPr/>
        <a:lstStyle/>
        <a:p>
          <a:endParaRPr lang="es-ES" sz="2400"/>
        </a:p>
      </dgm:t>
    </dgm:pt>
    <dgm:pt modelId="{F068E20D-9182-40E9-81D3-3D2119E9E208}" type="sibTrans" cxnId="{62EFD2D3-AE51-4D7B-AC9A-B557C95CFE85}">
      <dgm:prSet/>
      <dgm:spPr/>
      <dgm:t>
        <a:bodyPr/>
        <a:lstStyle/>
        <a:p>
          <a:endParaRPr lang="es-ES" sz="2400"/>
        </a:p>
      </dgm:t>
    </dgm:pt>
    <dgm:pt modelId="{EBF196C3-A6DB-42DE-B168-0612EDF03693}">
      <dgm:prSet phldrT="[Texto]" phldr="0" custT="1"/>
      <dgm:spPr/>
      <dgm:t>
        <a:bodyPr/>
        <a:lstStyle/>
        <a:p>
          <a:r>
            <a:rPr lang="es-ES" sz="800" b="1" dirty="0">
              <a:solidFill>
                <a:srgbClr val="002060"/>
              </a:solidFill>
            </a:rPr>
            <a:t>Data </a:t>
          </a:r>
          <a:r>
            <a:rPr lang="es-ES" sz="800" b="1" dirty="0" err="1">
              <a:solidFill>
                <a:srgbClr val="002060"/>
              </a:solidFill>
            </a:rPr>
            <a:t>preparation</a:t>
          </a:r>
          <a:endParaRPr lang="es-ES" sz="800" b="1" dirty="0">
            <a:solidFill>
              <a:srgbClr val="002060"/>
            </a:solidFill>
          </a:endParaRPr>
        </a:p>
        <a:p>
          <a:r>
            <a:rPr lang="es-ES" sz="800" dirty="0"/>
            <a:t>Imputación de valores faltantes – Mario y Laura</a:t>
          </a:r>
        </a:p>
        <a:p>
          <a:r>
            <a:rPr lang="es-ES" sz="800" dirty="0"/>
            <a:t>Análisis de </a:t>
          </a:r>
          <a:r>
            <a:rPr lang="es-ES" sz="800" dirty="0" err="1"/>
            <a:t>outliers</a:t>
          </a:r>
          <a:r>
            <a:rPr lang="es-ES" sz="800" dirty="0"/>
            <a:t> </a:t>
          </a:r>
          <a:r>
            <a:rPr lang="es-ES" sz="800" dirty="0" err="1"/>
            <a:t>post-imputación</a:t>
          </a:r>
          <a:r>
            <a:rPr lang="es-ES" sz="800" dirty="0"/>
            <a:t> – Mario, Laura y Melissa</a:t>
          </a:r>
        </a:p>
        <a:p>
          <a:r>
            <a:rPr lang="es-ES" sz="800" dirty="0"/>
            <a:t>Ingeniería de variables – </a:t>
          </a:r>
          <a:r>
            <a:rPr lang="es-ES" sz="800" dirty="0" err="1"/>
            <a:t>Wenjia</a:t>
          </a:r>
          <a:r>
            <a:rPr lang="es-ES" sz="800" dirty="0"/>
            <a:t> </a:t>
          </a:r>
        </a:p>
      </dgm:t>
    </dgm:pt>
    <dgm:pt modelId="{9BCB12AF-3FDE-4ECC-9F8F-CED83AED7CCB}" type="parTrans" cxnId="{09CD5CFB-F57C-4EA7-9B86-AED2343EDF67}">
      <dgm:prSet/>
      <dgm:spPr/>
      <dgm:t>
        <a:bodyPr/>
        <a:lstStyle/>
        <a:p>
          <a:endParaRPr lang="es-ES" sz="2400"/>
        </a:p>
      </dgm:t>
    </dgm:pt>
    <dgm:pt modelId="{C16B64A7-40EB-4C86-BE64-8EBACDE653C3}" type="sibTrans" cxnId="{09CD5CFB-F57C-4EA7-9B86-AED2343EDF67}">
      <dgm:prSet/>
      <dgm:spPr/>
      <dgm:t>
        <a:bodyPr/>
        <a:lstStyle/>
        <a:p>
          <a:endParaRPr lang="es-ES" sz="2400"/>
        </a:p>
      </dgm:t>
    </dgm:pt>
    <dgm:pt modelId="{D3DB2985-286F-4E1B-A3EF-B67DCD1C08F6}">
      <dgm:prSet phldrT="[Texto]" phldr="0" custT="1"/>
      <dgm:spPr/>
      <dgm:t>
        <a:bodyPr/>
        <a:lstStyle/>
        <a:p>
          <a:r>
            <a:rPr lang="es-ES" sz="800" b="1" dirty="0">
              <a:solidFill>
                <a:srgbClr val="002060"/>
              </a:solidFill>
            </a:rPr>
            <a:t>Modelado y evaluación de sus KPI</a:t>
          </a:r>
        </a:p>
      </dgm:t>
    </dgm:pt>
    <dgm:pt modelId="{3A914AC6-6594-4B0A-A5A2-C491F53EF95C}" type="parTrans" cxnId="{D2E0ED84-53E3-49A1-A292-3EA003DD3B1F}">
      <dgm:prSet/>
      <dgm:spPr/>
      <dgm:t>
        <a:bodyPr/>
        <a:lstStyle/>
        <a:p>
          <a:endParaRPr lang="es-ES" sz="2400"/>
        </a:p>
      </dgm:t>
    </dgm:pt>
    <dgm:pt modelId="{F982C1E6-BEEF-456A-A8F1-006AD67EDC6F}" type="sibTrans" cxnId="{D2E0ED84-53E3-49A1-A292-3EA003DD3B1F}">
      <dgm:prSet/>
      <dgm:spPr/>
      <dgm:t>
        <a:bodyPr/>
        <a:lstStyle/>
        <a:p>
          <a:endParaRPr lang="es-ES" sz="2400"/>
        </a:p>
      </dgm:t>
    </dgm:pt>
    <dgm:pt modelId="{7F32E596-06EC-48C3-A09C-04CA91FC3646}">
      <dgm:prSet phldrT="[Texto]" phldr="0" custT="1"/>
      <dgm:spPr/>
      <dgm:t>
        <a:bodyPr/>
        <a:lstStyle/>
        <a:p>
          <a:r>
            <a:rPr lang="es-ES" sz="700" dirty="0"/>
            <a:t>Método KNN – </a:t>
          </a:r>
          <a:r>
            <a:rPr lang="es-ES" sz="700" dirty="0" err="1"/>
            <a:t>Siling</a:t>
          </a:r>
          <a:r>
            <a:rPr lang="es-ES" sz="700" dirty="0"/>
            <a:t> y Laura</a:t>
          </a:r>
        </a:p>
      </dgm:t>
    </dgm:pt>
    <dgm:pt modelId="{3CA22E8E-B6D2-474E-A562-2E6873661CBF}" type="parTrans" cxnId="{F5BFB7A7-DA96-4B2A-A712-D49E9BEFF153}">
      <dgm:prSet/>
      <dgm:spPr/>
      <dgm:t>
        <a:bodyPr/>
        <a:lstStyle/>
        <a:p>
          <a:endParaRPr lang="es-ES" sz="2400"/>
        </a:p>
      </dgm:t>
    </dgm:pt>
    <dgm:pt modelId="{EA306326-FF63-4C8E-B58E-DE3A1AA8769B}" type="sibTrans" cxnId="{F5BFB7A7-DA96-4B2A-A712-D49E9BEFF153}">
      <dgm:prSet/>
      <dgm:spPr/>
      <dgm:t>
        <a:bodyPr/>
        <a:lstStyle/>
        <a:p>
          <a:endParaRPr lang="es-ES" sz="2400"/>
        </a:p>
      </dgm:t>
    </dgm:pt>
    <dgm:pt modelId="{249D8C40-36DB-4241-9967-FD998032C2DA}">
      <dgm:prSet phldrT="[Texto]" phldr="0" custT="1"/>
      <dgm:spPr/>
      <dgm:t>
        <a:bodyPr/>
        <a:lstStyle/>
        <a:p>
          <a:r>
            <a:rPr lang="es-ES" sz="700" dirty="0"/>
            <a:t>Método </a:t>
          </a:r>
          <a:r>
            <a:rPr lang="es-ES" sz="700" dirty="0" err="1"/>
            <a:t>Naive</a:t>
          </a:r>
          <a:r>
            <a:rPr lang="es-ES" sz="700" dirty="0"/>
            <a:t> Bayes – Melissa y </a:t>
          </a:r>
          <a:r>
            <a:rPr lang="es-ES" sz="700" dirty="0" err="1"/>
            <a:t>Wenjia</a:t>
          </a:r>
          <a:endParaRPr lang="es-ES" sz="700" dirty="0"/>
        </a:p>
      </dgm:t>
    </dgm:pt>
    <dgm:pt modelId="{E1A988E4-349E-4757-8870-C71CC27E20A7}" type="parTrans" cxnId="{5D3C7EBA-3675-4CB3-B786-118349DD30C3}">
      <dgm:prSet/>
      <dgm:spPr/>
      <dgm:t>
        <a:bodyPr/>
        <a:lstStyle/>
        <a:p>
          <a:endParaRPr lang="es-ES" sz="2400"/>
        </a:p>
      </dgm:t>
    </dgm:pt>
    <dgm:pt modelId="{F275AD60-A384-48A0-84C2-5A1E5ABDC251}" type="sibTrans" cxnId="{5D3C7EBA-3675-4CB3-B786-118349DD30C3}">
      <dgm:prSet/>
      <dgm:spPr/>
      <dgm:t>
        <a:bodyPr/>
        <a:lstStyle/>
        <a:p>
          <a:endParaRPr lang="es-ES" sz="2400"/>
        </a:p>
      </dgm:t>
    </dgm:pt>
    <dgm:pt modelId="{B9802D42-76B7-4AE8-9963-A689582E6B35}">
      <dgm:prSet phldrT="[Texto]" phldr="0" custT="1"/>
      <dgm:spPr/>
      <dgm:t>
        <a:bodyPr/>
        <a:lstStyle/>
        <a:p>
          <a:r>
            <a:rPr lang="es-ES" sz="800" b="1" dirty="0" err="1">
              <a:solidFill>
                <a:srgbClr val="002060"/>
              </a:solidFill>
            </a:rPr>
            <a:t>Association</a:t>
          </a:r>
          <a:r>
            <a:rPr lang="es-ES" sz="800" b="1" dirty="0">
              <a:solidFill>
                <a:srgbClr val="002060"/>
              </a:solidFill>
            </a:rPr>
            <a:t> Rules </a:t>
          </a:r>
          <a:r>
            <a:rPr lang="es-ES" sz="800" dirty="0"/>
            <a:t>- Mario</a:t>
          </a:r>
        </a:p>
      </dgm:t>
    </dgm:pt>
    <dgm:pt modelId="{5522CECA-745D-4D76-A87A-0DA536D5330D}" type="parTrans" cxnId="{A44658AC-B46F-4B08-B962-B06FFFD99B33}">
      <dgm:prSet/>
      <dgm:spPr/>
      <dgm:t>
        <a:bodyPr/>
        <a:lstStyle/>
        <a:p>
          <a:endParaRPr lang="es-ES" sz="2400"/>
        </a:p>
      </dgm:t>
    </dgm:pt>
    <dgm:pt modelId="{1B62F6DE-B574-43AD-B04F-ABDF9E20E863}" type="sibTrans" cxnId="{A44658AC-B46F-4B08-B962-B06FFFD99B33}">
      <dgm:prSet/>
      <dgm:spPr/>
      <dgm:t>
        <a:bodyPr/>
        <a:lstStyle/>
        <a:p>
          <a:endParaRPr lang="es-ES" sz="2400"/>
        </a:p>
      </dgm:t>
    </dgm:pt>
    <dgm:pt modelId="{AF2423DC-82A1-4E65-98F7-8C4D4E9BA053}">
      <dgm:prSet phldrT="[Texto]" phldr="0" custT="1"/>
      <dgm:spPr/>
      <dgm:t>
        <a:bodyPr/>
        <a:lstStyle/>
        <a:p>
          <a:endParaRPr lang="es-ES" sz="700" dirty="0"/>
        </a:p>
      </dgm:t>
    </dgm:pt>
    <dgm:pt modelId="{13516DD8-08A2-4F96-AC0C-71230459227B}" type="parTrans" cxnId="{986064BB-FA05-4630-8B08-E86CDE1769AB}">
      <dgm:prSet/>
      <dgm:spPr/>
      <dgm:t>
        <a:bodyPr/>
        <a:lstStyle/>
        <a:p>
          <a:endParaRPr lang="es-ES"/>
        </a:p>
      </dgm:t>
    </dgm:pt>
    <dgm:pt modelId="{4D87072F-125F-4294-883C-54F5E9CD8B1C}" type="sibTrans" cxnId="{986064BB-FA05-4630-8B08-E86CDE1769AB}">
      <dgm:prSet/>
      <dgm:spPr/>
      <dgm:t>
        <a:bodyPr/>
        <a:lstStyle/>
        <a:p>
          <a:endParaRPr lang="es-ES"/>
        </a:p>
      </dgm:t>
    </dgm:pt>
    <dgm:pt modelId="{CBFF6C33-7733-4A2E-9F4F-71A5C208EAE8}">
      <dgm:prSet phldrT="[Texto]" phldr="0" custT="1"/>
      <dgm:spPr/>
      <dgm:t>
        <a:bodyPr/>
        <a:lstStyle/>
        <a:p>
          <a:r>
            <a:rPr lang="es-ES" sz="700" dirty="0"/>
            <a:t>Para cada método se ha probado diversas bases de datos con diferentes selecciones de variables para comprobar cuál es el mejor</a:t>
          </a:r>
        </a:p>
      </dgm:t>
    </dgm:pt>
    <dgm:pt modelId="{6FCC6521-4EFE-4241-A97E-7E91A23E183F}" type="parTrans" cxnId="{C1FA232B-B25A-4818-9BCD-DEBE45316E2F}">
      <dgm:prSet/>
      <dgm:spPr/>
      <dgm:t>
        <a:bodyPr/>
        <a:lstStyle/>
        <a:p>
          <a:endParaRPr lang="es-ES"/>
        </a:p>
      </dgm:t>
    </dgm:pt>
    <dgm:pt modelId="{05CE11E1-ACF9-4DAF-930B-ADCD600844E6}" type="sibTrans" cxnId="{C1FA232B-B25A-4818-9BCD-DEBE45316E2F}">
      <dgm:prSet/>
      <dgm:spPr/>
      <dgm:t>
        <a:bodyPr/>
        <a:lstStyle/>
        <a:p>
          <a:endParaRPr lang="es-ES"/>
        </a:p>
      </dgm:t>
    </dgm:pt>
    <dgm:pt modelId="{2D5738C4-EC9E-4779-B540-31D33BE25B70}" type="pres">
      <dgm:prSet presAssocID="{E0DBD592-C900-4D5D-A79A-93A58E8DA172}" presName="linear" presStyleCnt="0">
        <dgm:presLayoutVars>
          <dgm:dir/>
          <dgm:resizeHandles val="exact"/>
        </dgm:presLayoutVars>
      </dgm:prSet>
      <dgm:spPr/>
    </dgm:pt>
    <dgm:pt modelId="{3495E656-1F14-4307-80DE-ABD969E4FEFA}" type="pres">
      <dgm:prSet presAssocID="{C9F99139-B66D-4219-861A-3EA127D493C0}" presName="comp" presStyleCnt="0"/>
      <dgm:spPr/>
    </dgm:pt>
    <dgm:pt modelId="{DC08CE2B-3BA2-48DB-B768-70EF00B4488D}" type="pres">
      <dgm:prSet presAssocID="{C9F99139-B66D-4219-861A-3EA127D493C0}" presName="box" presStyleLbl="node1" presStyleIdx="0" presStyleCnt="5" custScaleY="71211"/>
      <dgm:spPr/>
    </dgm:pt>
    <dgm:pt modelId="{EF2D8EC3-8FE2-4E7C-B86A-83EDAF07162F}" type="pres">
      <dgm:prSet presAssocID="{C9F99139-B66D-4219-861A-3EA127D493C0}" presName="img" presStyleLbl="fgImgPlace1" presStyleIdx="0" presStyleCnt="5" custScaleY="69563"/>
      <dgm:spPr>
        <a:blipFill>
          <a:blip xmlns:r="http://schemas.openxmlformats.org/officeDocument/2006/relationships" r:embed="rId1"/>
          <a:srcRect/>
          <a:stretch>
            <a:fillRect t="-84000" b="-84000"/>
          </a:stretch>
        </a:blipFill>
      </dgm:spPr>
    </dgm:pt>
    <dgm:pt modelId="{51F715FF-4B49-486A-B461-C35D3C55EEB6}" type="pres">
      <dgm:prSet presAssocID="{C9F99139-B66D-4219-861A-3EA127D493C0}" presName="text" presStyleLbl="node1" presStyleIdx="0" presStyleCnt="5">
        <dgm:presLayoutVars>
          <dgm:bulletEnabled val="1"/>
        </dgm:presLayoutVars>
      </dgm:prSet>
      <dgm:spPr/>
    </dgm:pt>
    <dgm:pt modelId="{A85E9522-9A51-4F9B-825C-5AAE997BCC79}" type="pres">
      <dgm:prSet presAssocID="{2ABCB300-CCE9-44E7-999D-3B03628596E1}" presName="spacer" presStyleCnt="0"/>
      <dgm:spPr/>
    </dgm:pt>
    <dgm:pt modelId="{9C15E9F4-CE56-4E8D-9AC4-025934C7C1D4}" type="pres">
      <dgm:prSet presAssocID="{B0A54B65-E829-4553-8B45-B4EBDAF3C233}" presName="comp" presStyleCnt="0"/>
      <dgm:spPr/>
    </dgm:pt>
    <dgm:pt modelId="{B12AE6C0-B4ED-4A08-98AA-6732B6DC385E}" type="pres">
      <dgm:prSet presAssocID="{B0A54B65-E829-4553-8B45-B4EBDAF3C233}" presName="box" presStyleLbl="node1" presStyleIdx="1" presStyleCnt="5" custScaleY="119178"/>
      <dgm:spPr/>
    </dgm:pt>
    <dgm:pt modelId="{C9E8AD8B-B134-4129-BD9A-C060E9DACAFC}" type="pres">
      <dgm:prSet presAssocID="{B0A54B65-E829-4553-8B45-B4EBDAF3C233}" presName="img" presStyleLbl="fgImgPlace1" presStyleIdx="1" presStyleCnt="5" custScaleY="120572"/>
      <dgm:spPr>
        <a:blipFill>
          <a:blip xmlns:r="http://schemas.openxmlformats.org/officeDocument/2006/relationships" r:embed="rId2"/>
          <a:srcRect/>
          <a:stretch>
            <a:fillRect l="-9000" r="-9000"/>
          </a:stretch>
        </a:blipFill>
      </dgm:spPr>
    </dgm:pt>
    <dgm:pt modelId="{3D1FE89A-8ADF-4C10-94D7-ABA6570F8C42}" type="pres">
      <dgm:prSet presAssocID="{B0A54B65-E829-4553-8B45-B4EBDAF3C233}" presName="text" presStyleLbl="node1" presStyleIdx="1" presStyleCnt="5">
        <dgm:presLayoutVars>
          <dgm:bulletEnabled val="1"/>
        </dgm:presLayoutVars>
      </dgm:prSet>
      <dgm:spPr/>
    </dgm:pt>
    <dgm:pt modelId="{3ADE5778-2B09-4D2C-BFA0-9E09D3AB850F}" type="pres">
      <dgm:prSet presAssocID="{F068E20D-9182-40E9-81D3-3D2119E9E208}" presName="spacer" presStyleCnt="0"/>
      <dgm:spPr/>
    </dgm:pt>
    <dgm:pt modelId="{394CAA2C-B39A-45C2-8692-4F108831F697}" type="pres">
      <dgm:prSet presAssocID="{EBF196C3-A6DB-42DE-B168-0612EDF03693}" presName="comp" presStyleCnt="0"/>
      <dgm:spPr/>
    </dgm:pt>
    <dgm:pt modelId="{C6452C4A-60F5-47BC-8505-428BC48A03CB}" type="pres">
      <dgm:prSet presAssocID="{EBF196C3-A6DB-42DE-B168-0612EDF03693}" presName="box" presStyleLbl="node1" presStyleIdx="2" presStyleCnt="5" custScaleY="130909"/>
      <dgm:spPr/>
    </dgm:pt>
    <dgm:pt modelId="{D306C488-315E-46F7-B989-FFF5212BF6E2}" type="pres">
      <dgm:prSet presAssocID="{EBF196C3-A6DB-42DE-B168-0612EDF03693}" presName="img" presStyleLbl="fgImgPlace1" presStyleIdx="2" presStyleCnt="5" custScaleY="119041"/>
      <dgm:spPr>
        <a:blipFill>
          <a:blip xmlns:r="http://schemas.openxmlformats.org/officeDocument/2006/relationships" r:embed="rId3"/>
          <a:srcRect/>
          <a:stretch>
            <a:fillRect t="-8000" b="-8000"/>
          </a:stretch>
        </a:blipFill>
      </dgm:spPr>
    </dgm:pt>
    <dgm:pt modelId="{E67E17D0-D90F-49C4-814B-C75905BED48F}" type="pres">
      <dgm:prSet presAssocID="{EBF196C3-A6DB-42DE-B168-0612EDF03693}" presName="text" presStyleLbl="node1" presStyleIdx="2" presStyleCnt="5">
        <dgm:presLayoutVars>
          <dgm:bulletEnabled val="1"/>
        </dgm:presLayoutVars>
      </dgm:prSet>
      <dgm:spPr/>
    </dgm:pt>
    <dgm:pt modelId="{A4B9FD97-CD6C-45E6-BB2C-BADD153BE16D}" type="pres">
      <dgm:prSet presAssocID="{C16B64A7-40EB-4C86-BE64-8EBACDE653C3}" presName="spacer" presStyleCnt="0"/>
      <dgm:spPr/>
    </dgm:pt>
    <dgm:pt modelId="{FA11953F-C793-41F3-944C-F9C478C0015E}" type="pres">
      <dgm:prSet presAssocID="{D3DB2985-286F-4E1B-A3EF-B67DCD1C08F6}" presName="comp" presStyleCnt="0"/>
      <dgm:spPr/>
    </dgm:pt>
    <dgm:pt modelId="{9368D843-76C1-42B0-834B-2DA28FCB0771}" type="pres">
      <dgm:prSet presAssocID="{D3DB2985-286F-4E1B-A3EF-B67DCD1C08F6}" presName="box" presStyleLbl="node1" presStyleIdx="3" presStyleCnt="5"/>
      <dgm:spPr/>
    </dgm:pt>
    <dgm:pt modelId="{D58F51A8-C9AC-49A7-BF07-49E56398E46B}" type="pres">
      <dgm:prSet presAssocID="{D3DB2985-286F-4E1B-A3EF-B67DCD1C08F6}" presName="img" presStyleLbl="fgImgPlace1" presStyleIdx="3" presStyleCnt="5"/>
      <dgm:spPr>
        <a:blipFill>
          <a:blip xmlns:r="http://schemas.openxmlformats.org/officeDocument/2006/relationships" r:embed="rId4"/>
          <a:srcRect/>
          <a:stretch>
            <a:fillRect l="-3000" r="-3000"/>
          </a:stretch>
        </a:blipFill>
      </dgm:spPr>
    </dgm:pt>
    <dgm:pt modelId="{CCCE771C-F880-4686-A4B6-89572DC603BC}" type="pres">
      <dgm:prSet presAssocID="{D3DB2985-286F-4E1B-A3EF-B67DCD1C08F6}" presName="text" presStyleLbl="node1" presStyleIdx="3" presStyleCnt="5">
        <dgm:presLayoutVars>
          <dgm:bulletEnabled val="1"/>
        </dgm:presLayoutVars>
      </dgm:prSet>
      <dgm:spPr/>
    </dgm:pt>
    <dgm:pt modelId="{3A49B040-FDA1-4A12-B511-8E073D364A2F}" type="pres">
      <dgm:prSet presAssocID="{F982C1E6-BEEF-456A-A8F1-006AD67EDC6F}" presName="spacer" presStyleCnt="0"/>
      <dgm:spPr/>
    </dgm:pt>
    <dgm:pt modelId="{290DC7B3-86F4-4764-849C-490D39CB5F58}" type="pres">
      <dgm:prSet presAssocID="{B9802D42-76B7-4AE8-9963-A689582E6B35}" presName="comp" presStyleCnt="0"/>
      <dgm:spPr/>
    </dgm:pt>
    <dgm:pt modelId="{34B88185-A619-4D08-836A-F611598437A8}" type="pres">
      <dgm:prSet presAssocID="{B9802D42-76B7-4AE8-9963-A689582E6B35}" presName="box" presStyleLbl="node1" presStyleIdx="4" presStyleCnt="5" custScaleY="71948" custLinFactNeighborX="-6009" custLinFactNeighborY="597"/>
      <dgm:spPr/>
    </dgm:pt>
    <dgm:pt modelId="{F2ED9228-CFBA-4661-8996-A0E7EA7BA1F7}" type="pres">
      <dgm:prSet presAssocID="{B9802D42-76B7-4AE8-9963-A689582E6B35}" presName="img" presStyleLbl="fgImgPlace1" presStyleIdx="4" presStyleCnt="5" custAng="10800000" custFlipVert="1" custScaleY="68307"/>
      <dgm:spPr>
        <a:blipFill>
          <a:blip xmlns:r="http://schemas.openxmlformats.org/officeDocument/2006/relationships" r:embed="rId5"/>
          <a:srcRect/>
          <a:stretch>
            <a:fillRect t="-17000" b="-17000"/>
          </a:stretch>
        </a:blipFill>
      </dgm:spPr>
    </dgm:pt>
    <dgm:pt modelId="{1EA42E4A-7A77-461B-A3EF-ED6EF71F796A}" type="pres">
      <dgm:prSet presAssocID="{B9802D42-76B7-4AE8-9963-A689582E6B35}" presName="text" presStyleLbl="node1" presStyleIdx="4" presStyleCnt="5">
        <dgm:presLayoutVars>
          <dgm:bulletEnabled val="1"/>
        </dgm:presLayoutVars>
      </dgm:prSet>
      <dgm:spPr/>
    </dgm:pt>
  </dgm:ptLst>
  <dgm:cxnLst>
    <dgm:cxn modelId="{D7771514-C386-46C1-946B-E4D34C195D50}" type="presOf" srcId="{E0DBD592-C900-4D5D-A79A-93A58E8DA172}" destId="{2D5738C4-EC9E-4779-B540-31D33BE25B70}" srcOrd="0" destOrd="0" presId="urn:microsoft.com/office/officeart/2005/8/layout/vList4"/>
    <dgm:cxn modelId="{441FA015-EE80-4570-970B-A56A475256EF}" type="presOf" srcId="{C9F99139-B66D-4219-861A-3EA127D493C0}" destId="{DC08CE2B-3BA2-48DB-B768-70EF00B4488D}" srcOrd="0" destOrd="0" presId="urn:microsoft.com/office/officeart/2005/8/layout/vList4"/>
    <dgm:cxn modelId="{C1FA232B-B25A-4818-9BCD-DEBE45316E2F}" srcId="{D3DB2985-286F-4E1B-A3EF-B67DCD1C08F6}" destId="{CBFF6C33-7733-4A2E-9F4F-71A5C208EAE8}" srcOrd="3" destOrd="0" parTransId="{6FCC6521-4EFE-4241-A97E-7E91A23E183F}" sibTransId="{05CE11E1-ACF9-4DAF-930B-ADCD600844E6}"/>
    <dgm:cxn modelId="{18335230-78A8-45BC-9C99-E6CC84F92234}" type="presOf" srcId="{CBFF6C33-7733-4A2E-9F4F-71A5C208EAE8}" destId="{CCCE771C-F880-4686-A4B6-89572DC603BC}" srcOrd="1" destOrd="4" presId="urn:microsoft.com/office/officeart/2005/8/layout/vList4"/>
    <dgm:cxn modelId="{8782CE40-8DD3-4ADB-A873-E359E3EA8147}" type="presOf" srcId="{249D8C40-36DB-4241-9967-FD998032C2DA}" destId="{9368D843-76C1-42B0-834B-2DA28FCB0771}" srcOrd="0" destOrd="2" presId="urn:microsoft.com/office/officeart/2005/8/layout/vList4"/>
    <dgm:cxn modelId="{DF5B256E-1BCA-468C-AF06-39814118FCEF}" type="presOf" srcId="{B0A54B65-E829-4553-8B45-B4EBDAF3C233}" destId="{B12AE6C0-B4ED-4A08-98AA-6732B6DC385E}" srcOrd="0" destOrd="0" presId="urn:microsoft.com/office/officeart/2005/8/layout/vList4"/>
    <dgm:cxn modelId="{9974744E-C0B1-4F73-B4ED-7510389F128C}" type="presOf" srcId="{7F32E596-06EC-48C3-A09C-04CA91FC3646}" destId="{9368D843-76C1-42B0-834B-2DA28FCB0771}" srcOrd="0" destOrd="1" presId="urn:microsoft.com/office/officeart/2005/8/layout/vList4"/>
    <dgm:cxn modelId="{4141D94E-2E86-434B-BC2F-125887D42DA7}" type="presOf" srcId="{CBFF6C33-7733-4A2E-9F4F-71A5C208EAE8}" destId="{9368D843-76C1-42B0-834B-2DA28FCB0771}" srcOrd="0" destOrd="4" presId="urn:microsoft.com/office/officeart/2005/8/layout/vList4"/>
    <dgm:cxn modelId="{2FF3EB71-C7F5-4619-AB74-5943DE39CC10}" srcId="{E0DBD592-C900-4D5D-A79A-93A58E8DA172}" destId="{C9F99139-B66D-4219-861A-3EA127D493C0}" srcOrd="0" destOrd="0" parTransId="{1C880A37-22BC-4FD9-8955-F47618D81BCC}" sibTransId="{2ABCB300-CCE9-44E7-999D-3B03628596E1}"/>
    <dgm:cxn modelId="{CA7E1976-125C-4E25-B0E9-D36AE1BECE4E}" type="presOf" srcId="{249D8C40-36DB-4241-9967-FD998032C2DA}" destId="{CCCE771C-F880-4686-A4B6-89572DC603BC}" srcOrd="1" destOrd="2" presId="urn:microsoft.com/office/officeart/2005/8/layout/vList4"/>
    <dgm:cxn modelId="{16458B7B-01D5-46EA-95CB-21064FA40DA3}" type="presOf" srcId="{B9802D42-76B7-4AE8-9963-A689582E6B35}" destId="{1EA42E4A-7A77-461B-A3EF-ED6EF71F796A}" srcOrd="1" destOrd="0" presId="urn:microsoft.com/office/officeart/2005/8/layout/vList4"/>
    <dgm:cxn modelId="{D2E0ED84-53E3-49A1-A292-3EA003DD3B1F}" srcId="{E0DBD592-C900-4D5D-A79A-93A58E8DA172}" destId="{D3DB2985-286F-4E1B-A3EF-B67DCD1C08F6}" srcOrd="3" destOrd="0" parTransId="{3A914AC6-6594-4B0A-A5A2-C491F53EF95C}" sibTransId="{F982C1E6-BEEF-456A-A8F1-006AD67EDC6F}"/>
    <dgm:cxn modelId="{A7896099-D8B3-44B5-9344-82700D552AE4}" type="presOf" srcId="{AF2423DC-82A1-4E65-98F7-8C4D4E9BA053}" destId="{CCCE771C-F880-4686-A4B6-89572DC603BC}" srcOrd="1" destOrd="3" presId="urn:microsoft.com/office/officeart/2005/8/layout/vList4"/>
    <dgm:cxn modelId="{712DF1A2-9649-4A26-A0DA-529186D8E53F}" type="presOf" srcId="{D3DB2985-286F-4E1B-A3EF-B67DCD1C08F6}" destId="{9368D843-76C1-42B0-834B-2DA28FCB0771}" srcOrd="0" destOrd="0" presId="urn:microsoft.com/office/officeart/2005/8/layout/vList4"/>
    <dgm:cxn modelId="{F5BFB7A7-DA96-4B2A-A712-D49E9BEFF153}" srcId="{D3DB2985-286F-4E1B-A3EF-B67DCD1C08F6}" destId="{7F32E596-06EC-48C3-A09C-04CA91FC3646}" srcOrd="0" destOrd="0" parTransId="{3CA22E8E-B6D2-474E-A562-2E6873661CBF}" sibTransId="{EA306326-FF63-4C8E-B58E-DE3A1AA8769B}"/>
    <dgm:cxn modelId="{A44658AC-B46F-4B08-B962-B06FFFD99B33}" srcId="{E0DBD592-C900-4D5D-A79A-93A58E8DA172}" destId="{B9802D42-76B7-4AE8-9963-A689582E6B35}" srcOrd="4" destOrd="0" parTransId="{5522CECA-745D-4D76-A87A-0DA536D5330D}" sibTransId="{1B62F6DE-B574-43AD-B04F-ABDF9E20E863}"/>
    <dgm:cxn modelId="{5D3C7EBA-3675-4CB3-B786-118349DD30C3}" srcId="{D3DB2985-286F-4E1B-A3EF-B67DCD1C08F6}" destId="{249D8C40-36DB-4241-9967-FD998032C2DA}" srcOrd="1" destOrd="0" parTransId="{E1A988E4-349E-4757-8870-C71CC27E20A7}" sibTransId="{F275AD60-A384-48A0-84C2-5A1E5ABDC251}"/>
    <dgm:cxn modelId="{986064BB-FA05-4630-8B08-E86CDE1769AB}" srcId="{D3DB2985-286F-4E1B-A3EF-B67DCD1C08F6}" destId="{AF2423DC-82A1-4E65-98F7-8C4D4E9BA053}" srcOrd="2" destOrd="0" parTransId="{13516DD8-08A2-4F96-AC0C-71230459227B}" sibTransId="{4D87072F-125F-4294-883C-54F5E9CD8B1C}"/>
    <dgm:cxn modelId="{CADC53CB-EC25-4D6E-882B-972A19677F10}" type="presOf" srcId="{D3DB2985-286F-4E1B-A3EF-B67DCD1C08F6}" destId="{CCCE771C-F880-4686-A4B6-89572DC603BC}" srcOrd="1" destOrd="0" presId="urn:microsoft.com/office/officeart/2005/8/layout/vList4"/>
    <dgm:cxn modelId="{C6E967D2-333A-4712-830E-A69583B49116}" type="presOf" srcId="{B9802D42-76B7-4AE8-9963-A689582E6B35}" destId="{34B88185-A619-4D08-836A-F611598437A8}" srcOrd="0" destOrd="0" presId="urn:microsoft.com/office/officeart/2005/8/layout/vList4"/>
    <dgm:cxn modelId="{62EFD2D3-AE51-4D7B-AC9A-B557C95CFE85}" srcId="{E0DBD592-C900-4D5D-A79A-93A58E8DA172}" destId="{B0A54B65-E829-4553-8B45-B4EBDAF3C233}" srcOrd="1" destOrd="0" parTransId="{58D673D6-CE1A-45C9-8DE0-8248CFA91FFF}" sibTransId="{F068E20D-9182-40E9-81D3-3D2119E9E208}"/>
    <dgm:cxn modelId="{A4BF16E6-FAE2-49A6-8E9A-22FE4B1019A9}" type="presOf" srcId="{EBF196C3-A6DB-42DE-B168-0612EDF03693}" destId="{C6452C4A-60F5-47BC-8505-428BC48A03CB}" srcOrd="0" destOrd="0" presId="urn:microsoft.com/office/officeart/2005/8/layout/vList4"/>
    <dgm:cxn modelId="{F31FFAE6-B3DF-4875-8480-C0F41B21D4B2}" type="presOf" srcId="{B0A54B65-E829-4553-8B45-B4EBDAF3C233}" destId="{3D1FE89A-8ADF-4C10-94D7-ABA6570F8C42}" srcOrd="1" destOrd="0" presId="urn:microsoft.com/office/officeart/2005/8/layout/vList4"/>
    <dgm:cxn modelId="{983B2CED-E271-4C8A-9468-B16025433270}" type="presOf" srcId="{C9F99139-B66D-4219-861A-3EA127D493C0}" destId="{51F715FF-4B49-486A-B461-C35D3C55EEB6}" srcOrd="1" destOrd="0" presId="urn:microsoft.com/office/officeart/2005/8/layout/vList4"/>
    <dgm:cxn modelId="{5E2E55F1-3B50-4E5B-9D53-7D1CB568B001}" type="presOf" srcId="{7F32E596-06EC-48C3-A09C-04CA91FC3646}" destId="{CCCE771C-F880-4686-A4B6-89572DC603BC}" srcOrd="1" destOrd="1" presId="urn:microsoft.com/office/officeart/2005/8/layout/vList4"/>
    <dgm:cxn modelId="{09CD5CFB-F57C-4EA7-9B86-AED2343EDF67}" srcId="{E0DBD592-C900-4D5D-A79A-93A58E8DA172}" destId="{EBF196C3-A6DB-42DE-B168-0612EDF03693}" srcOrd="2" destOrd="0" parTransId="{9BCB12AF-3FDE-4ECC-9F8F-CED83AED7CCB}" sibTransId="{C16B64A7-40EB-4C86-BE64-8EBACDE653C3}"/>
    <dgm:cxn modelId="{F061E8FE-427F-4FDE-8A99-C44C76C8DC58}" type="presOf" srcId="{AF2423DC-82A1-4E65-98F7-8C4D4E9BA053}" destId="{9368D843-76C1-42B0-834B-2DA28FCB0771}" srcOrd="0" destOrd="3" presId="urn:microsoft.com/office/officeart/2005/8/layout/vList4"/>
    <dgm:cxn modelId="{4D52D9FF-8814-4832-AAFD-6DD4FA592C36}" type="presOf" srcId="{EBF196C3-A6DB-42DE-B168-0612EDF03693}" destId="{E67E17D0-D90F-49C4-814B-C75905BED48F}" srcOrd="1" destOrd="0" presId="urn:microsoft.com/office/officeart/2005/8/layout/vList4"/>
    <dgm:cxn modelId="{EF6542DF-4537-4DC2-B1D9-B78444899BEC}" type="presParOf" srcId="{2D5738C4-EC9E-4779-B540-31D33BE25B70}" destId="{3495E656-1F14-4307-80DE-ABD969E4FEFA}" srcOrd="0" destOrd="0" presId="urn:microsoft.com/office/officeart/2005/8/layout/vList4"/>
    <dgm:cxn modelId="{E754B661-2C85-40F8-9635-1E3B84D8F76E}" type="presParOf" srcId="{3495E656-1F14-4307-80DE-ABD969E4FEFA}" destId="{DC08CE2B-3BA2-48DB-B768-70EF00B4488D}" srcOrd="0" destOrd="0" presId="urn:microsoft.com/office/officeart/2005/8/layout/vList4"/>
    <dgm:cxn modelId="{DDC0104C-69C6-4C22-8DDA-37422DD457EB}" type="presParOf" srcId="{3495E656-1F14-4307-80DE-ABD969E4FEFA}" destId="{EF2D8EC3-8FE2-4E7C-B86A-83EDAF07162F}" srcOrd="1" destOrd="0" presId="urn:microsoft.com/office/officeart/2005/8/layout/vList4"/>
    <dgm:cxn modelId="{712E3B41-46F6-4BB0-8C90-5002339AB84F}" type="presParOf" srcId="{3495E656-1F14-4307-80DE-ABD969E4FEFA}" destId="{51F715FF-4B49-486A-B461-C35D3C55EEB6}" srcOrd="2" destOrd="0" presId="urn:microsoft.com/office/officeart/2005/8/layout/vList4"/>
    <dgm:cxn modelId="{DFC7B6B5-59F6-4A57-A84F-0850103975EA}" type="presParOf" srcId="{2D5738C4-EC9E-4779-B540-31D33BE25B70}" destId="{A85E9522-9A51-4F9B-825C-5AAE997BCC79}" srcOrd="1" destOrd="0" presId="urn:microsoft.com/office/officeart/2005/8/layout/vList4"/>
    <dgm:cxn modelId="{DD6A45F7-31A4-4567-9B0C-DAB37FAA4FDB}" type="presParOf" srcId="{2D5738C4-EC9E-4779-B540-31D33BE25B70}" destId="{9C15E9F4-CE56-4E8D-9AC4-025934C7C1D4}" srcOrd="2" destOrd="0" presId="urn:microsoft.com/office/officeart/2005/8/layout/vList4"/>
    <dgm:cxn modelId="{F8DAF924-F73D-41DC-B2E9-9682829D2561}" type="presParOf" srcId="{9C15E9F4-CE56-4E8D-9AC4-025934C7C1D4}" destId="{B12AE6C0-B4ED-4A08-98AA-6732B6DC385E}" srcOrd="0" destOrd="0" presId="urn:microsoft.com/office/officeart/2005/8/layout/vList4"/>
    <dgm:cxn modelId="{41611BF0-B5B2-4B8C-9E68-B8B35264280D}" type="presParOf" srcId="{9C15E9F4-CE56-4E8D-9AC4-025934C7C1D4}" destId="{C9E8AD8B-B134-4129-BD9A-C060E9DACAFC}" srcOrd="1" destOrd="0" presId="urn:microsoft.com/office/officeart/2005/8/layout/vList4"/>
    <dgm:cxn modelId="{A70DB30D-F7C5-4C01-9738-E0DE48D12509}" type="presParOf" srcId="{9C15E9F4-CE56-4E8D-9AC4-025934C7C1D4}" destId="{3D1FE89A-8ADF-4C10-94D7-ABA6570F8C42}" srcOrd="2" destOrd="0" presId="urn:microsoft.com/office/officeart/2005/8/layout/vList4"/>
    <dgm:cxn modelId="{72A817E0-9F11-4CE9-9F3E-F26DF95F0CBA}" type="presParOf" srcId="{2D5738C4-EC9E-4779-B540-31D33BE25B70}" destId="{3ADE5778-2B09-4D2C-BFA0-9E09D3AB850F}" srcOrd="3" destOrd="0" presId="urn:microsoft.com/office/officeart/2005/8/layout/vList4"/>
    <dgm:cxn modelId="{21D79D85-6A79-4C95-AB05-4B9FBCEEFB38}" type="presParOf" srcId="{2D5738C4-EC9E-4779-B540-31D33BE25B70}" destId="{394CAA2C-B39A-45C2-8692-4F108831F697}" srcOrd="4" destOrd="0" presId="urn:microsoft.com/office/officeart/2005/8/layout/vList4"/>
    <dgm:cxn modelId="{1B5F7425-81F1-4E75-BE49-07209D8A9C92}" type="presParOf" srcId="{394CAA2C-B39A-45C2-8692-4F108831F697}" destId="{C6452C4A-60F5-47BC-8505-428BC48A03CB}" srcOrd="0" destOrd="0" presId="urn:microsoft.com/office/officeart/2005/8/layout/vList4"/>
    <dgm:cxn modelId="{9D32D5E8-902D-4D45-8002-75E51E6E0EAC}" type="presParOf" srcId="{394CAA2C-B39A-45C2-8692-4F108831F697}" destId="{D306C488-315E-46F7-B989-FFF5212BF6E2}" srcOrd="1" destOrd="0" presId="urn:microsoft.com/office/officeart/2005/8/layout/vList4"/>
    <dgm:cxn modelId="{39D6149B-BA07-4DFB-A0E9-B769847AEDE3}" type="presParOf" srcId="{394CAA2C-B39A-45C2-8692-4F108831F697}" destId="{E67E17D0-D90F-49C4-814B-C75905BED48F}" srcOrd="2" destOrd="0" presId="urn:microsoft.com/office/officeart/2005/8/layout/vList4"/>
    <dgm:cxn modelId="{AB430D4A-F663-4F65-90FB-5EBB31C3C10E}" type="presParOf" srcId="{2D5738C4-EC9E-4779-B540-31D33BE25B70}" destId="{A4B9FD97-CD6C-45E6-BB2C-BADD153BE16D}" srcOrd="5" destOrd="0" presId="urn:microsoft.com/office/officeart/2005/8/layout/vList4"/>
    <dgm:cxn modelId="{E0AEF6AC-2CA9-42C1-80DA-C45C252413C0}" type="presParOf" srcId="{2D5738C4-EC9E-4779-B540-31D33BE25B70}" destId="{FA11953F-C793-41F3-944C-F9C478C0015E}" srcOrd="6" destOrd="0" presId="urn:microsoft.com/office/officeart/2005/8/layout/vList4"/>
    <dgm:cxn modelId="{3E3E90B7-E7F4-4098-86CE-456FD145D474}" type="presParOf" srcId="{FA11953F-C793-41F3-944C-F9C478C0015E}" destId="{9368D843-76C1-42B0-834B-2DA28FCB0771}" srcOrd="0" destOrd="0" presId="urn:microsoft.com/office/officeart/2005/8/layout/vList4"/>
    <dgm:cxn modelId="{4583DEA2-C6B9-4321-9D84-F35A1237B997}" type="presParOf" srcId="{FA11953F-C793-41F3-944C-F9C478C0015E}" destId="{D58F51A8-C9AC-49A7-BF07-49E56398E46B}" srcOrd="1" destOrd="0" presId="urn:microsoft.com/office/officeart/2005/8/layout/vList4"/>
    <dgm:cxn modelId="{A3F62817-40C2-4A24-9118-2F626F64F4D0}" type="presParOf" srcId="{FA11953F-C793-41F3-944C-F9C478C0015E}" destId="{CCCE771C-F880-4686-A4B6-89572DC603BC}" srcOrd="2" destOrd="0" presId="urn:microsoft.com/office/officeart/2005/8/layout/vList4"/>
    <dgm:cxn modelId="{1F65D5CB-4A82-448E-9FF8-BD87C2EB4A5C}" type="presParOf" srcId="{2D5738C4-EC9E-4779-B540-31D33BE25B70}" destId="{3A49B040-FDA1-4A12-B511-8E073D364A2F}" srcOrd="7" destOrd="0" presId="urn:microsoft.com/office/officeart/2005/8/layout/vList4"/>
    <dgm:cxn modelId="{FD1E39F0-3AAF-49C8-B9CA-33029DD7BC49}" type="presParOf" srcId="{2D5738C4-EC9E-4779-B540-31D33BE25B70}" destId="{290DC7B3-86F4-4764-849C-490D39CB5F58}" srcOrd="8" destOrd="0" presId="urn:microsoft.com/office/officeart/2005/8/layout/vList4"/>
    <dgm:cxn modelId="{93E65382-6E82-4214-B1F8-0D80A1BAE75B}" type="presParOf" srcId="{290DC7B3-86F4-4764-849C-490D39CB5F58}" destId="{34B88185-A619-4D08-836A-F611598437A8}" srcOrd="0" destOrd="0" presId="urn:microsoft.com/office/officeart/2005/8/layout/vList4"/>
    <dgm:cxn modelId="{9535B602-BF4C-4731-BA5D-CD132A921303}" type="presParOf" srcId="{290DC7B3-86F4-4764-849C-490D39CB5F58}" destId="{F2ED9228-CFBA-4661-8996-A0E7EA7BA1F7}" srcOrd="1" destOrd="0" presId="urn:microsoft.com/office/officeart/2005/8/layout/vList4"/>
    <dgm:cxn modelId="{68ECDDD6-AA1A-465B-A746-7234866EC438}" type="presParOf" srcId="{290DC7B3-86F4-4764-849C-490D39CB5F58}" destId="{1EA42E4A-7A77-461B-A3EF-ED6EF71F796A}" srcOrd="2" destOrd="0" presId="urn:microsoft.com/office/officeart/2005/8/layout/vList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08CE2B-3BA2-48DB-B768-70EF00B4488D}">
      <dsp:nvSpPr>
        <dsp:cNvPr id="0" name=""/>
        <dsp:cNvSpPr/>
      </dsp:nvSpPr>
      <dsp:spPr>
        <a:xfrm>
          <a:off x="0" y="0"/>
          <a:ext cx="5013062" cy="492118"/>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l" defTabSz="400050">
            <a:lnSpc>
              <a:spcPct val="90000"/>
            </a:lnSpc>
            <a:spcBef>
              <a:spcPct val="0"/>
            </a:spcBef>
            <a:spcAft>
              <a:spcPct val="35000"/>
            </a:spcAft>
            <a:buNone/>
          </a:pPr>
          <a:r>
            <a:rPr lang="es-ES" sz="900" b="1" kern="1200" dirty="0">
              <a:solidFill>
                <a:srgbClr val="002060"/>
              </a:solidFill>
            </a:rPr>
            <a:t>Business </a:t>
          </a:r>
          <a:r>
            <a:rPr lang="es-ES" sz="900" b="1" kern="1200" dirty="0" err="1">
              <a:solidFill>
                <a:srgbClr val="002060"/>
              </a:solidFill>
            </a:rPr>
            <a:t>understanding</a:t>
          </a:r>
          <a:r>
            <a:rPr lang="es-ES" sz="900" b="1" kern="1200" dirty="0">
              <a:solidFill>
                <a:srgbClr val="002060"/>
              </a:solidFill>
            </a:rPr>
            <a:t> </a:t>
          </a:r>
          <a:r>
            <a:rPr lang="es-ES" sz="900" kern="1200" dirty="0"/>
            <a:t>– Todo el equipo</a:t>
          </a:r>
        </a:p>
      </dsp:txBody>
      <dsp:txXfrm>
        <a:off x="1071719" y="0"/>
        <a:ext cx="3941343" cy="492118"/>
      </dsp:txXfrm>
    </dsp:sp>
    <dsp:sp modelId="{EF2D8EC3-8FE2-4E7C-B86A-83EDAF07162F}">
      <dsp:nvSpPr>
        <dsp:cNvPr id="0" name=""/>
        <dsp:cNvSpPr/>
      </dsp:nvSpPr>
      <dsp:spPr>
        <a:xfrm>
          <a:off x="69107" y="53767"/>
          <a:ext cx="1002612" cy="384583"/>
        </a:xfrm>
        <a:prstGeom prst="roundRect">
          <a:avLst>
            <a:gd name="adj" fmla="val 10000"/>
          </a:avLst>
        </a:prstGeom>
        <a:blipFill>
          <a:blip xmlns:r="http://schemas.openxmlformats.org/officeDocument/2006/relationships" r:embed="rId1"/>
          <a:srcRect/>
          <a:stretch>
            <a:fillRect t="-84000" b="-84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12AE6C0-B4ED-4A08-98AA-6732B6DC385E}">
      <dsp:nvSpPr>
        <dsp:cNvPr id="0" name=""/>
        <dsp:cNvSpPr/>
      </dsp:nvSpPr>
      <dsp:spPr>
        <a:xfrm>
          <a:off x="0" y="561225"/>
          <a:ext cx="5013062" cy="82360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Data </a:t>
          </a:r>
          <a:r>
            <a:rPr lang="es-ES" sz="800" b="1" kern="1200" dirty="0" err="1">
              <a:solidFill>
                <a:srgbClr val="002060"/>
              </a:solidFill>
            </a:rPr>
            <a:t>understanding</a:t>
          </a:r>
          <a:r>
            <a:rPr lang="es-ES" sz="800" b="1" kern="1200" dirty="0">
              <a:solidFill>
                <a:srgbClr val="002060"/>
              </a:solidFill>
            </a:rPr>
            <a:t> </a:t>
          </a:r>
          <a:r>
            <a:rPr lang="es-ES" sz="800" b="1" kern="1200" dirty="0"/>
            <a:t>-</a:t>
          </a:r>
          <a:r>
            <a:rPr lang="es-ES" sz="800" kern="1200" dirty="0"/>
            <a:t>  Todo el equipo</a:t>
          </a:r>
        </a:p>
        <a:p>
          <a:pPr marL="0" lvl="0" indent="0" algn="l" defTabSz="355600">
            <a:lnSpc>
              <a:spcPct val="90000"/>
            </a:lnSpc>
            <a:spcBef>
              <a:spcPct val="0"/>
            </a:spcBef>
            <a:spcAft>
              <a:spcPct val="35000"/>
            </a:spcAft>
            <a:buNone/>
          </a:pPr>
          <a:r>
            <a:rPr lang="es-ES" sz="800" kern="1200" dirty="0"/>
            <a:t>Diseño del </a:t>
          </a:r>
          <a:r>
            <a:rPr lang="es-ES" sz="800" kern="1200" dirty="0" err="1"/>
            <a:t>metadata</a:t>
          </a:r>
          <a:r>
            <a:rPr lang="es-ES" sz="800" kern="1200" dirty="0"/>
            <a:t> – Melissa</a:t>
          </a:r>
        </a:p>
        <a:p>
          <a:pPr marL="0" lvl="0" indent="0" algn="l" defTabSz="355600">
            <a:lnSpc>
              <a:spcPct val="90000"/>
            </a:lnSpc>
            <a:spcBef>
              <a:spcPct val="0"/>
            </a:spcBef>
            <a:spcAft>
              <a:spcPct val="35000"/>
            </a:spcAft>
            <a:buNone/>
          </a:pPr>
          <a:r>
            <a:rPr lang="es-ES" sz="800" kern="1200" dirty="0"/>
            <a:t>Análisis exploratorio de datos – </a:t>
          </a:r>
          <a:r>
            <a:rPr lang="es-ES" sz="800" kern="1200" dirty="0" err="1"/>
            <a:t>Wenjia</a:t>
          </a:r>
          <a:r>
            <a:rPr lang="es-ES" sz="800" kern="1200" dirty="0"/>
            <a:t> y </a:t>
          </a:r>
          <a:r>
            <a:rPr lang="es-ES" sz="800" kern="1200" dirty="0" err="1"/>
            <a:t>Siling</a:t>
          </a:r>
          <a:endParaRPr lang="es-ES" sz="800" kern="1200" dirty="0"/>
        </a:p>
        <a:p>
          <a:pPr marL="0" lvl="0" indent="0" algn="l" defTabSz="355600">
            <a:lnSpc>
              <a:spcPct val="90000"/>
            </a:lnSpc>
            <a:spcBef>
              <a:spcPct val="0"/>
            </a:spcBef>
            <a:spcAft>
              <a:spcPct val="35000"/>
            </a:spcAft>
            <a:buNone/>
          </a:pPr>
          <a:r>
            <a:rPr lang="es-ES" sz="800" kern="1200" dirty="0"/>
            <a:t>Análisis de </a:t>
          </a:r>
          <a:r>
            <a:rPr lang="es-ES" sz="800" kern="1200" dirty="0" err="1"/>
            <a:t>outliers</a:t>
          </a:r>
          <a:r>
            <a:rPr lang="es-ES" sz="800" kern="1200" dirty="0"/>
            <a:t> </a:t>
          </a:r>
          <a:r>
            <a:rPr lang="es-ES" sz="800" kern="1200" dirty="0" err="1"/>
            <a:t>pre-imputación</a:t>
          </a:r>
          <a:r>
            <a:rPr lang="es-ES" sz="800" kern="1200" dirty="0"/>
            <a:t>: Mario, Laura y Melissa</a:t>
          </a:r>
        </a:p>
        <a:p>
          <a:pPr marL="0" lvl="0" indent="0" algn="l" defTabSz="355600">
            <a:lnSpc>
              <a:spcPct val="90000"/>
            </a:lnSpc>
            <a:spcBef>
              <a:spcPct val="0"/>
            </a:spcBef>
            <a:spcAft>
              <a:spcPct val="35000"/>
            </a:spcAft>
            <a:buNone/>
          </a:pPr>
          <a:endParaRPr lang="es-ES" sz="800" kern="1200" dirty="0"/>
        </a:p>
      </dsp:txBody>
      <dsp:txXfrm>
        <a:off x="1071719" y="561225"/>
        <a:ext cx="3941343" cy="823604"/>
      </dsp:txXfrm>
    </dsp:sp>
    <dsp:sp modelId="{C9E8AD8B-B134-4129-BD9A-C060E9DACAFC}">
      <dsp:nvSpPr>
        <dsp:cNvPr id="0" name=""/>
        <dsp:cNvSpPr/>
      </dsp:nvSpPr>
      <dsp:spPr>
        <a:xfrm>
          <a:off x="69107" y="639732"/>
          <a:ext cx="1002612" cy="666590"/>
        </a:xfrm>
        <a:prstGeom prst="roundRect">
          <a:avLst>
            <a:gd name="adj" fmla="val 10000"/>
          </a:avLst>
        </a:prstGeom>
        <a:blipFill>
          <a:blip xmlns:r="http://schemas.openxmlformats.org/officeDocument/2006/relationships" r:embed="rId2"/>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6452C4A-60F5-47BC-8505-428BC48A03CB}">
      <dsp:nvSpPr>
        <dsp:cNvPr id="0" name=""/>
        <dsp:cNvSpPr/>
      </dsp:nvSpPr>
      <dsp:spPr>
        <a:xfrm>
          <a:off x="0" y="1453936"/>
          <a:ext cx="5013062" cy="90467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Data </a:t>
          </a:r>
          <a:r>
            <a:rPr lang="es-ES" sz="800" b="1" kern="1200" dirty="0" err="1">
              <a:solidFill>
                <a:srgbClr val="002060"/>
              </a:solidFill>
            </a:rPr>
            <a:t>preparation</a:t>
          </a:r>
          <a:endParaRPr lang="es-ES" sz="800" b="1" kern="1200" dirty="0">
            <a:solidFill>
              <a:srgbClr val="002060"/>
            </a:solidFill>
          </a:endParaRPr>
        </a:p>
        <a:p>
          <a:pPr marL="0" lvl="0" indent="0" algn="l" defTabSz="355600">
            <a:lnSpc>
              <a:spcPct val="90000"/>
            </a:lnSpc>
            <a:spcBef>
              <a:spcPct val="0"/>
            </a:spcBef>
            <a:spcAft>
              <a:spcPct val="35000"/>
            </a:spcAft>
            <a:buNone/>
          </a:pPr>
          <a:r>
            <a:rPr lang="es-ES" sz="800" kern="1200" dirty="0"/>
            <a:t>Imputación de valores faltantes – Mario y Laura</a:t>
          </a:r>
        </a:p>
        <a:p>
          <a:pPr marL="0" lvl="0" indent="0" algn="l" defTabSz="355600">
            <a:lnSpc>
              <a:spcPct val="90000"/>
            </a:lnSpc>
            <a:spcBef>
              <a:spcPct val="0"/>
            </a:spcBef>
            <a:spcAft>
              <a:spcPct val="35000"/>
            </a:spcAft>
            <a:buNone/>
          </a:pPr>
          <a:r>
            <a:rPr lang="es-ES" sz="800" kern="1200" dirty="0"/>
            <a:t>Análisis de </a:t>
          </a:r>
          <a:r>
            <a:rPr lang="es-ES" sz="800" kern="1200" dirty="0" err="1"/>
            <a:t>outliers</a:t>
          </a:r>
          <a:r>
            <a:rPr lang="es-ES" sz="800" kern="1200" dirty="0"/>
            <a:t> </a:t>
          </a:r>
          <a:r>
            <a:rPr lang="es-ES" sz="800" kern="1200" dirty="0" err="1"/>
            <a:t>post-imputación</a:t>
          </a:r>
          <a:r>
            <a:rPr lang="es-ES" sz="800" kern="1200" dirty="0"/>
            <a:t> – Mario, Laura y Melissa</a:t>
          </a:r>
        </a:p>
        <a:p>
          <a:pPr marL="0" lvl="0" indent="0" algn="l" defTabSz="355600">
            <a:lnSpc>
              <a:spcPct val="90000"/>
            </a:lnSpc>
            <a:spcBef>
              <a:spcPct val="0"/>
            </a:spcBef>
            <a:spcAft>
              <a:spcPct val="35000"/>
            </a:spcAft>
            <a:buNone/>
          </a:pPr>
          <a:r>
            <a:rPr lang="es-ES" sz="800" kern="1200" dirty="0"/>
            <a:t>Ingeniería de variables – </a:t>
          </a:r>
          <a:r>
            <a:rPr lang="es-ES" sz="800" kern="1200" dirty="0" err="1"/>
            <a:t>Wenjia</a:t>
          </a:r>
          <a:r>
            <a:rPr lang="es-ES" sz="800" kern="1200" dirty="0"/>
            <a:t> </a:t>
          </a:r>
        </a:p>
      </dsp:txBody>
      <dsp:txXfrm>
        <a:off x="1071719" y="1453936"/>
        <a:ext cx="3941343" cy="904673"/>
      </dsp:txXfrm>
    </dsp:sp>
    <dsp:sp modelId="{D306C488-315E-46F7-B989-FFF5212BF6E2}">
      <dsp:nvSpPr>
        <dsp:cNvPr id="0" name=""/>
        <dsp:cNvSpPr/>
      </dsp:nvSpPr>
      <dsp:spPr>
        <a:xfrm>
          <a:off x="69107" y="1577210"/>
          <a:ext cx="1002612" cy="658125"/>
        </a:xfrm>
        <a:prstGeom prst="roundRect">
          <a:avLst>
            <a:gd name="adj" fmla="val 10000"/>
          </a:avLst>
        </a:prstGeom>
        <a:blipFill>
          <a:blip xmlns:r="http://schemas.openxmlformats.org/officeDocument/2006/relationships" r:embed="rId3"/>
          <a:srcRect/>
          <a:stretch>
            <a:fillRect t="-8000" b="-8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368D843-76C1-42B0-834B-2DA28FCB0771}">
      <dsp:nvSpPr>
        <dsp:cNvPr id="0" name=""/>
        <dsp:cNvSpPr/>
      </dsp:nvSpPr>
      <dsp:spPr>
        <a:xfrm>
          <a:off x="0" y="2427717"/>
          <a:ext cx="5013062" cy="69107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t"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Modelado y evaluación de sus KPI</a:t>
          </a:r>
        </a:p>
        <a:p>
          <a:pPr marL="57150" lvl="1" indent="-57150" algn="l" defTabSz="311150">
            <a:lnSpc>
              <a:spcPct val="90000"/>
            </a:lnSpc>
            <a:spcBef>
              <a:spcPct val="0"/>
            </a:spcBef>
            <a:spcAft>
              <a:spcPct val="15000"/>
            </a:spcAft>
            <a:buChar char="•"/>
          </a:pPr>
          <a:r>
            <a:rPr lang="es-ES" sz="700" kern="1200" dirty="0"/>
            <a:t>Método KNN – </a:t>
          </a:r>
          <a:r>
            <a:rPr lang="es-ES" sz="700" kern="1200" dirty="0" err="1"/>
            <a:t>Siling</a:t>
          </a:r>
          <a:r>
            <a:rPr lang="es-ES" sz="700" kern="1200" dirty="0"/>
            <a:t> y Laura</a:t>
          </a:r>
        </a:p>
        <a:p>
          <a:pPr marL="57150" lvl="1" indent="-57150" algn="l" defTabSz="311150">
            <a:lnSpc>
              <a:spcPct val="90000"/>
            </a:lnSpc>
            <a:spcBef>
              <a:spcPct val="0"/>
            </a:spcBef>
            <a:spcAft>
              <a:spcPct val="15000"/>
            </a:spcAft>
            <a:buChar char="•"/>
          </a:pPr>
          <a:r>
            <a:rPr lang="es-ES" sz="700" kern="1200" dirty="0"/>
            <a:t>Método </a:t>
          </a:r>
          <a:r>
            <a:rPr lang="es-ES" sz="700" kern="1200" dirty="0" err="1"/>
            <a:t>Naive</a:t>
          </a:r>
          <a:r>
            <a:rPr lang="es-ES" sz="700" kern="1200" dirty="0"/>
            <a:t> Bayes – Melissa y </a:t>
          </a:r>
          <a:r>
            <a:rPr lang="es-ES" sz="700" kern="1200" dirty="0" err="1"/>
            <a:t>Wenjia</a:t>
          </a:r>
          <a:endParaRPr lang="es-ES" sz="700" kern="1200" dirty="0"/>
        </a:p>
        <a:p>
          <a:pPr marL="57150" lvl="1" indent="-57150" algn="l" defTabSz="311150">
            <a:lnSpc>
              <a:spcPct val="90000"/>
            </a:lnSpc>
            <a:spcBef>
              <a:spcPct val="0"/>
            </a:spcBef>
            <a:spcAft>
              <a:spcPct val="15000"/>
            </a:spcAft>
            <a:buChar char="•"/>
          </a:pPr>
          <a:endParaRPr lang="es-ES" sz="700" kern="1200" dirty="0"/>
        </a:p>
        <a:p>
          <a:pPr marL="57150" lvl="1" indent="-57150" algn="l" defTabSz="311150">
            <a:lnSpc>
              <a:spcPct val="90000"/>
            </a:lnSpc>
            <a:spcBef>
              <a:spcPct val="0"/>
            </a:spcBef>
            <a:spcAft>
              <a:spcPct val="15000"/>
            </a:spcAft>
            <a:buChar char="•"/>
          </a:pPr>
          <a:r>
            <a:rPr lang="es-ES" sz="700" kern="1200" dirty="0"/>
            <a:t>Para cada método se ha probado diversas bases de datos con diferentes selecciones de variables para comprobar cuál es el mejor</a:t>
          </a:r>
        </a:p>
      </dsp:txBody>
      <dsp:txXfrm>
        <a:off x="1071719" y="2427717"/>
        <a:ext cx="3941343" cy="691070"/>
      </dsp:txXfrm>
    </dsp:sp>
    <dsp:sp modelId="{D58F51A8-C9AC-49A7-BF07-49E56398E46B}">
      <dsp:nvSpPr>
        <dsp:cNvPr id="0" name=""/>
        <dsp:cNvSpPr/>
      </dsp:nvSpPr>
      <dsp:spPr>
        <a:xfrm>
          <a:off x="69107" y="2496824"/>
          <a:ext cx="1002612" cy="552856"/>
        </a:xfrm>
        <a:prstGeom prst="roundRect">
          <a:avLst>
            <a:gd name="adj" fmla="val 10000"/>
          </a:avLst>
        </a:prstGeom>
        <a:blipFill>
          <a:blip xmlns:r="http://schemas.openxmlformats.org/officeDocument/2006/relationships" r:embed="rId4"/>
          <a:srcRect/>
          <a:stretch>
            <a:fillRect l="-3000" r="-3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4B88185-A619-4D08-836A-F611598437A8}">
      <dsp:nvSpPr>
        <dsp:cNvPr id="0" name=""/>
        <dsp:cNvSpPr/>
      </dsp:nvSpPr>
      <dsp:spPr>
        <a:xfrm>
          <a:off x="0" y="3188498"/>
          <a:ext cx="5013062" cy="497211"/>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err="1">
              <a:solidFill>
                <a:srgbClr val="002060"/>
              </a:solidFill>
            </a:rPr>
            <a:t>Association</a:t>
          </a:r>
          <a:r>
            <a:rPr lang="es-ES" sz="800" b="1" kern="1200" dirty="0">
              <a:solidFill>
                <a:srgbClr val="002060"/>
              </a:solidFill>
            </a:rPr>
            <a:t> Rules </a:t>
          </a:r>
          <a:r>
            <a:rPr lang="es-ES" sz="800" kern="1200" dirty="0"/>
            <a:t>- Mario</a:t>
          </a:r>
        </a:p>
      </dsp:txBody>
      <dsp:txXfrm>
        <a:off x="1071719" y="3188498"/>
        <a:ext cx="3941343" cy="497211"/>
      </dsp:txXfrm>
    </dsp:sp>
    <dsp:sp modelId="{F2ED9228-CFBA-4661-8996-A0E7EA7BA1F7}">
      <dsp:nvSpPr>
        <dsp:cNvPr id="0" name=""/>
        <dsp:cNvSpPr/>
      </dsp:nvSpPr>
      <dsp:spPr>
        <a:xfrm rot="10800000" flipV="1">
          <a:off x="69107" y="3247680"/>
          <a:ext cx="1002612" cy="377639"/>
        </a:xfrm>
        <a:prstGeom prst="roundRect">
          <a:avLst>
            <a:gd name="adj" fmla="val 10000"/>
          </a:avLst>
        </a:prstGeom>
        <a:blipFill>
          <a:blip xmlns:r="http://schemas.openxmlformats.org/officeDocument/2006/relationships" r:embed="rId5"/>
          <a:srcRect/>
          <a:stretch>
            <a:fillRect t="-17000" b="-17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8028E81-57C6-1593-64D2-2F9447AD23EC}"/>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8C822796-AAF9-416D-5813-7287F66C1E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F7386DF6-5036-A24C-2C47-0359D52DBAD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81394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FAE2499-CEA9-C50F-7E2C-06B6B87A96C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6381296F-49E2-EE6C-3B09-49888440DA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D2C2C34E-F03D-18C8-1847-DE6DBC220B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18362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8B8C9B7-18DD-2BF4-511B-900F390F325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9B241DD-A987-248E-17DC-E7330DC68E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2D2273CD-E9BA-18FA-CB69-57EED9CB8A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863675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EB3F05F5-AFD5-4819-92DF-C01A028C6B4D}"/>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973B723A-2D58-5398-7EF2-65EBE7AED1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B2654BD5-B16D-A160-4C56-0DFAE8F6A3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108254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6D33954B-CE5E-85B4-AEE6-B5A570018D30}"/>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72502E0E-B1E1-66BF-8A33-1D8AF6177A0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FA0F5CC6-AC8B-99FD-2849-E6AD751B9C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409898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C634873-89C1-B667-B4FF-D04BF589D94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27108C43-DF47-01DD-BFE4-21BA4F8D212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52A3DF2A-396F-1C9C-542D-A361B7DEDEB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754733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F9D095C8-0226-BB72-3FBD-4A88C0CA70E0}"/>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3697108-8F75-1B30-720A-F59CA12EB94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87F9B2AB-71BC-76D2-6C4F-C7B524AF46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535024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68FCBE4-F2E5-AA70-0ABE-AD515DDC407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ECD27E3D-0CCC-0820-F83E-254D8F8AE7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52FFA0AC-1456-5561-8CB2-12B73D497E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368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4B1B9DB9-1E0B-BE5D-FEDC-94181AFC7BB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35E1531-89BA-8AA5-4E7C-7B1F2496C6B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D6D8473-DDC8-333E-DE7B-CB6A9A883C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67325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BAAC2AE-CB48-76B4-F98C-D7A460C3A079}"/>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6113192-CD14-8B92-B9EC-FB04141643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5F33D6C-291A-B078-5F59-57BC628881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55398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7FB33C63-1A5C-C0F6-91D7-501B73FFFBD1}"/>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A048CA35-E7A9-3E8B-3DEF-5D6CAA6BF1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3F1EFDE-20CB-955A-9875-81497B1F09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70292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0DBE889-C552-B74B-7563-32D01577C7AD}"/>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8A1F261E-255A-C564-3495-853A79A261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3D79D499-7264-4E07-DF6C-573EE7B812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39018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414A6873-DB54-CFF9-2A87-F53539E6C542}"/>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ED1EA019-2F72-4102-2B10-237970B06CB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2AE3D04D-A1CB-D0BA-9313-F7B5D90FEB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04736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BE759C5-4FE1-D61C-0652-7568C91FD2A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22B7CF05-6148-D979-4E69-7B9B5FD306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069D085-9D1B-631D-B0C1-611F2F5091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562214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1" name="Google Shape;11;p2"/>
          <p:cNvGrpSpPr/>
          <p:nvPr/>
        </p:nvGrpSpPr>
        <p:grpSpPr>
          <a:xfrm>
            <a:off x="-8400" y="0"/>
            <a:ext cx="728475" cy="5163250"/>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4047175" y="2571975"/>
            <a:ext cx="4383600" cy="1210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45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6" name="Google Shape;16;p3"/>
          <p:cNvSpPr txBox="1">
            <a:spLocks noGrp="1"/>
          </p:cNvSpPr>
          <p:nvPr>
            <p:ph type="title" idx="2" hasCustomPrompt="1"/>
          </p:nvPr>
        </p:nvSpPr>
        <p:spPr>
          <a:xfrm>
            <a:off x="4047175" y="1321975"/>
            <a:ext cx="1332600" cy="8418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6000">
                <a:solidFill>
                  <a:schemeClr val="accent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7" name="Google Shape;17;p3"/>
          <p:cNvSpPr>
            <a:spLocks noGrp="1"/>
          </p:cNvSpPr>
          <p:nvPr>
            <p:ph type="pic" idx="3"/>
          </p:nvPr>
        </p:nvSpPr>
        <p:spPr>
          <a:xfrm>
            <a:off x="713225" y="539500"/>
            <a:ext cx="2760600" cy="4064400"/>
          </a:xfrm>
          <a:prstGeom prst="rect">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 name="Google Shape;26;p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 name="Google Shape;27;p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 name="Google Shape;28;p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9" name="Google Shape;29;p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30" name="Google Shape;30;p5"/>
          <p:cNvGrpSpPr/>
          <p:nvPr/>
        </p:nvGrpSpPr>
        <p:grpSpPr>
          <a:xfrm>
            <a:off x="0" y="0"/>
            <a:ext cx="9144000" cy="3126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35" name="Google Shape;35;p6"/>
          <p:cNvGrpSpPr/>
          <p:nvPr/>
        </p:nvGrpSpPr>
        <p:grpSpPr>
          <a:xfrm>
            <a:off x="0" y="0"/>
            <a:ext cx="9144000" cy="3126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40" name="Google Shape;40;p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1" name="Google Shape;41;p7"/>
          <p:cNvSpPr>
            <a:spLocks noGrp="1"/>
          </p:cNvSpPr>
          <p:nvPr>
            <p:ph type="pic" idx="2"/>
          </p:nvPr>
        </p:nvSpPr>
        <p:spPr>
          <a:xfrm>
            <a:off x="5643775" y="539500"/>
            <a:ext cx="2787000" cy="4064400"/>
          </a:xfrm>
          <a:prstGeom prst="rect">
            <a:avLst/>
          </a:prstGeom>
          <a:noFill/>
          <a:ln>
            <a:noFill/>
          </a:ln>
        </p:spPr>
      </p:sp>
      <p:grpSp>
        <p:nvGrpSpPr>
          <p:cNvPr id="42" name="Google Shape;42;p7"/>
          <p:cNvGrpSpPr/>
          <p:nvPr/>
        </p:nvGrpSpPr>
        <p:grpSpPr>
          <a:xfrm>
            <a:off x="0" y="0"/>
            <a:ext cx="9144000" cy="3126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47" name="Google Shape;47;p8"/>
          <p:cNvGrpSpPr/>
          <p:nvPr/>
        </p:nvGrpSpPr>
        <p:grpSpPr>
          <a:xfrm>
            <a:off x="-8400" y="0"/>
            <a:ext cx="728475" cy="5163250"/>
            <a:chOff x="-8400" y="0"/>
            <a:chExt cx="728475" cy="5163250"/>
          </a:xfrm>
        </p:grpSpPr>
        <p:sp>
          <p:nvSpPr>
            <p:cNvPr id="48" name="Google Shape;48;p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9" name="Google Shape;49;p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52" name="Google Shape;52;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53" name="Google Shape;53;p9"/>
          <p:cNvGrpSpPr/>
          <p:nvPr/>
        </p:nvGrpSpPr>
        <p:grpSpPr>
          <a:xfrm>
            <a:off x="-8400" y="0"/>
            <a:ext cx="728475" cy="5163250"/>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9144000" cy="5143500"/>
          </a:xfrm>
          <a:prstGeom prst="rect">
            <a:avLst/>
          </a:prstGeom>
          <a:noFill/>
          <a:ln>
            <a:noFill/>
          </a:ln>
        </p:spPr>
      </p:sp>
      <p:sp>
        <p:nvSpPr>
          <p:cNvPr id="58" name="Google Shape;58;p1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61" name="Google Shape;61;p1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62" name="Google Shape;62;p11"/>
          <p:cNvGrpSpPr/>
          <p:nvPr/>
        </p:nvGrpSpPr>
        <p:grpSpPr>
          <a:xfrm>
            <a:off x="-8400" y="0"/>
            <a:ext cx="728475" cy="5163250"/>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3"/>
        </a:solidFill>
        <a:effectLst/>
      </p:bgPr>
    </p:bg>
    <p:spTree>
      <p:nvGrpSpPr>
        <p:cNvPr id="1" name="Shape 65"/>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90"/>
        <p:cNvGrpSpPr/>
        <p:nvPr/>
      </p:nvGrpSpPr>
      <p:grpSpPr>
        <a:xfrm>
          <a:off x="0" y="0"/>
          <a:ext cx="0" cy="0"/>
          <a:chOff x="0" y="0"/>
          <a:chExt cx="0" cy="0"/>
        </a:xfrm>
      </p:grpSpPr>
      <p:grpSp>
        <p:nvGrpSpPr>
          <p:cNvPr id="91" name="Google Shape;91;p15"/>
          <p:cNvGrpSpPr/>
          <p:nvPr/>
        </p:nvGrpSpPr>
        <p:grpSpPr>
          <a:xfrm rot="10800000">
            <a:off x="8415525" y="0"/>
            <a:ext cx="728475" cy="5163250"/>
            <a:chOff x="-8400" y="0"/>
            <a:chExt cx="728475" cy="5163250"/>
          </a:xfrm>
        </p:grpSpPr>
        <p:sp>
          <p:nvSpPr>
            <p:cNvPr id="92" name="Google Shape;92;p15"/>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3" name="Google Shape;93;p15"/>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4"/>
        <p:cNvGrpSpPr/>
        <p:nvPr/>
      </p:nvGrpSpPr>
      <p:grpSpPr>
        <a:xfrm>
          <a:off x="0" y="0"/>
          <a:ext cx="0" cy="0"/>
          <a:chOff x="0" y="0"/>
          <a:chExt cx="0" cy="0"/>
        </a:xfrm>
      </p:grpSpPr>
      <p:grpSp>
        <p:nvGrpSpPr>
          <p:cNvPr id="95" name="Google Shape;95;p16"/>
          <p:cNvGrpSpPr/>
          <p:nvPr/>
        </p:nvGrpSpPr>
        <p:grpSpPr>
          <a:xfrm rot="10800000">
            <a:off x="0" y="4830900"/>
            <a:ext cx="9144000" cy="3126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1pPr>
            <a:lvl2pPr lvl="1"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2pPr>
            <a:lvl3pPr lvl="2"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3pPr>
            <a:lvl4pPr lvl="3"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4pPr>
            <a:lvl5pPr lvl="4"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5pPr>
            <a:lvl6pPr lvl="5"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6pPr>
            <a:lvl7pPr lvl="6"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7pPr>
            <a:lvl8pPr lvl="7"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8pPr>
            <a:lvl9pPr lvl="8"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1pPr>
            <a:lvl2pPr marL="914400" lvl="1"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lvl="2"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lvl="3"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lvl="4"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lvl="5"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lvl="6"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lvl="7"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lvl="8"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61" r:id="rId11"/>
    <p:sldLayoutId id="2147483662"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wen2111/Mineria.git"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hyperlink" Target="https://docs.google.com/spreadsheets/d/18gkdJarOZ79z3jslKR75xZv-rDIFEC87KTDdDdfIytM/edit?usp=sharing" TargetMode="External"/><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7"/>
        <p:cNvGrpSpPr/>
        <p:nvPr/>
      </p:nvGrpSpPr>
      <p:grpSpPr>
        <a:xfrm>
          <a:off x="0" y="0"/>
          <a:ext cx="0" cy="0"/>
          <a:chOff x="0" y="0"/>
          <a:chExt cx="0" cy="0"/>
        </a:xfrm>
      </p:grpSpPr>
      <p:sp>
        <p:nvSpPr>
          <p:cNvPr id="108" name="Google Shape;108;p20"/>
          <p:cNvSpPr txBox="1">
            <a:spLocks noGrp="1"/>
          </p:cNvSpPr>
          <p:nvPr>
            <p:ph type="ctrTitle"/>
          </p:nvPr>
        </p:nvSpPr>
        <p:spPr>
          <a:xfrm>
            <a:off x="817580" y="-573274"/>
            <a:ext cx="8509299" cy="2607900"/>
          </a:xfrm>
          <a:prstGeom prst="rect">
            <a:avLst/>
          </a:prstGeom>
        </p:spPr>
        <p:txBody>
          <a:bodyPr spcFirstLastPara="1" wrap="square" lIns="91425" tIns="91425" rIns="91425" bIns="91425" anchor="b" anchorCtr="0">
            <a:noAutofit/>
          </a:bodyPr>
          <a:lstStyle/>
          <a:p>
            <a:pPr lvl="0"/>
            <a:r>
              <a:rPr lang="es-ES" sz="4800" dirty="0"/>
              <a:t>Modelo de clasificación  GRUPO 5</a:t>
            </a:r>
            <a:endParaRPr sz="4800" b="0" dirty="0"/>
          </a:p>
        </p:txBody>
      </p:sp>
      <p:sp>
        <p:nvSpPr>
          <p:cNvPr id="4" name="Subtítulo 2">
            <a:extLst>
              <a:ext uri="{FF2B5EF4-FFF2-40B4-BE49-F238E27FC236}">
                <a16:creationId xmlns:a16="http://schemas.microsoft.com/office/drawing/2014/main" id="{4AA276FC-05B9-D88D-F05D-EE88303AD2E8}"/>
              </a:ext>
            </a:extLst>
          </p:cNvPr>
          <p:cNvSpPr txBox="1">
            <a:spLocks/>
          </p:cNvSpPr>
          <p:nvPr/>
        </p:nvSpPr>
        <p:spPr>
          <a:xfrm>
            <a:off x="896340" y="2292556"/>
            <a:ext cx="8116888" cy="33909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Didact Gothic"/>
              <a:buNone/>
              <a:defRPr sz="1600" b="0" i="0" u="none" strike="noStrike" cap="none">
                <a:solidFill>
                  <a:schemeClr val="dk1"/>
                </a:solidFill>
                <a:latin typeface="Didact Gothic"/>
                <a:ea typeface="Didact Gothic"/>
                <a:cs typeface="Didact Gothic"/>
                <a:sym typeface="Didact Gothic"/>
              </a:defRPr>
            </a:lvl1pPr>
            <a:lvl2pPr marL="914400" marR="0" lvl="1"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2pPr>
            <a:lvl3pPr marL="1371600" marR="0" lvl="2"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3pPr>
            <a:lvl4pPr marL="1828800" marR="0" lvl="3"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4pPr>
            <a:lvl5pPr marL="2286000" marR="0" lvl="4"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5pPr>
            <a:lvl6pPr marL="2743200" marR="0" lvl="5"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6pPr>
            <a:lvl7pPr marL="3200400" marR="0" lvl="6"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7pPr>
            <a:lvl8pPr marL="3657600" marR="0" lvl="7"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8pPr>
            <a:lvl9pPr marL="4114800" marR="0" lvl="8"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9pPr>
          </a:lstStyle>
          <a:p>
            <a:r>
              <a:rPr lang="es-ES" dirty="0">
                <a:solidFill>
                  <a:schemeClr val="tx1"/>
                </a:solidFill>
              </a:rPr>
              <a:t>- Mario Aragón (maragonvalderrama@gmail.com)</a:t>
            </a:r>
          </a:p>
          <a:p>
            <a:r>
              <a:rPr lang="es-ES" dirty="0">
                <a:solidFill>
                  <a:schemeClr val="tx1"/>
                </a:solidFill>
              </a:rPr>
              <a:t>- Laura Belmonte (Laura.Belmonte@estudiantat.upc.edu)</a:t>
            </a:r>
          </a:p>
          <a:p>
            <a:r>
              <a:rPr lang="es-ES" dirty="0">
                <a:solidFill>
                  <a:schemeClr val="tx1"/>
                </a:solidFill>
              </a:rPr>
              <a:t>- </a:t>
            </a:r>
            <a:r>
              <a:rPr lang="es-ES" dirty="0" err="1">
                <a:solidFill>
                  <a:schemeClr val="tx1"/>
                </a:solidFill>
              </a:rPr>
              <a:t>Siling</a:t>
            </a:r>
            <a:r>
              <a:rPr lang="es-ES" dirty="0">
                <a:solidFill>
                  <a:schemeClr val="tx1"/>
                </a:solidFill>
              </a:rPr>
              <a:t> </a:t>
            </a:r>
            <a:r>
              <a:rPr lang="es-ES" dirty="0" err="1">
                <a:solidFill>
                  <a:schemeClr val="tx1"/>
                </a:solidFill>
              </a:rPr>
              <a:t>Guo</a:t>
            </a:r>
            <a:r>
              <a:rPr lang="es-ES" dirty="0">
                <a:solidFill>
                  <a:schemeClr val="tx1"/>
                </a:solidFill>
              </a:rPr>
              <a:t> (siling.guo@estudiantat.ub.edu)</a:t>
            </a:r>
          </a:p>
          <a:p>
            <a:r>
              <a:rPr lang="es-ES" dirty="0">
                <a:solidFill>
                  <a:schemeClr val="tx1"/>
                </a:solidFill>
              </a:rPr>
              <a:t>- Melissa Vargas (melissa.Vargas@estudiantat.upc.edu)</a:t>
            </a:r>
          </a:p>
          <a:p>
            <a:r>
              <a:rPr lang="es-ES" dirty="0">
                <a:solidFill>
                  <a:schemeClr val="tx1"/>
                </a:solidFill>
              </a:rPr>
              <a:t>- </a:t>
            </a:r>
            <a:r>
              <a:rPr lang="es-ES" dirty="0" err="1">
                <a:solidFill>
                  <a:schemeClr val="tx1"/>
                </a:solidFill>
              </a:rPr>
              <a:t>Wenjia</a:t>
            </a:r>
            <a:r>
              <a:rPr lang="es-ES" dirty="0">
                <a:solidFill>
                  <a:schemeClr val="tx1"/>
                </a:solidFill>
              </a:rPr>
              <a:t> Ye (wenjia.ye@estudiantat.upc.edu)</a:t>
            </a:r>
          </a:p>
          <a:p>
            <a:pPr marL="342900" indent="-342900">
              <a:buFontTx/>
              <a:buChar char="-"/>
            </a:pPr>
            <a:endParaRPr lang="es-ES" dirty="0">
              <a:solidFill>
                <a:schemeClr val="tx1"/>
              </a:solidFill>
            </a:endParaRPr>
          </a:p>
          <a:p>
            <a:r>
              <a:rPr lang="es-ES" dirty="0">
                <a:solidFill>
                  <a:schemeClr val="tx1"/>
                </a:solidFill>
                <a:highlight>
                  <a:srgbClr val="FFFF00"/>
                </a:highlight>
                <a:hlinkClick r:id="rId3"/>
              </a:rPr>
              <a:t>Enlace </a:t>
            </a:r>
            <a:r>
              <a:rPr lang="es-ES" dirty="0" err="1">
                <a:solidFill>
                  <a:schemeClr val="tx1"/>
                </a:solidFill>
                <a:highlight>
                  <a:srgbClr val="FFFF00"/>
                </a:highlight>
                <a:hlinkClick r:id="rId3"/>
              </a:rPr>
              <a:t>Github</a:t>
            </a:r>
            <a:endParaRPr lang="es-ES" dirty="0">
              <a:solidFill>
                <a:schemeClr val="tx1"/>
              </a:solidFill>
              <a:highlight>
                <a:srgbClr val="FFFF00"/>
              </a:highlight>
            </a:endParaRPr>
          </a:p>
          <a:p>
            <a:endParaRPr lang="es-ES" dirty="0">
              <a:solidFill>
                <a:schemeClr val="tx1"/>
              </a:solidFill>
            </a:endParaRPr>
          </a:p>
        </p:txBody>
      </p:sp>
      <p:pic>
        <p:nvPicPr>
          <p:cNvPr id="5" name="Picture 2">
            <a:extLst>
              <a:ext uri="{FF2B5EF4-FFF2-40B4-BE49-F238E27FC236}">
                <a16:creationId xmlns:a16="http://schemas.microsoft.com/office/drawing/2014/main" id="{DAEF8B93-ACE2-20E9-0CD8-1E1CD9551B3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64820" y="3502587"/>
            <a:ext cx="3227162" cy="970838"/>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B5544264-51CF-5110-A0FC-FF649F66C6A8}"/>
              </a:ext>
            </a:extLst>
          </p:cNvPr>
          <p:cNvSpPr txBox="1"/>
          <p:nvPr/>
        </p:nvSpPr>
        <p:spPr>
          <a:xfrm>
            <a:off x="6367347" y="4288759"/>
            <a:ext cx="4352925" cy="369332"/>
          </a:xfrm>
          <a:prstGeom prst="rect">
            <a:avLst/>
          </a:prstGeom>
          <a:noFill/>
        </p:spPr>
        <p:txBody>
          <a:bodyPr wrap="square" rtlCol="0">
            <a:spAutoFit/>
          </a:bodyPr>
          <a:lstStyle/>
          <a:p>
            <a:r>
              <a:rPr lang="es-ES" dirty="0">
                <a:latin typeface="Arial Black" panose="020B0A04020102020204" pitchFamily="34" charset="0"/>
              </a:rPr>
              <a:t>Grado de Estadística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NEGOCIO</a:t>
            </a:r>
            <a:endParaRPr dirty="0"/>
          </a:p>
        </p:txBody>
      </p:sp>
      <p:sp>
        <p:nvSpPr>
          <p:cNvPr id="2" name="CuadroTexto 1">
            <a:extLst>
              <a:ext uri="{FF2B5EF4-FFF2-40B4-BE49-F238E27FC236}">
                <a16:creationId xmlns:a16="http://schemas.microsoft.com/office/drawing/2014/main" id="{5EF82306-C561-E459-74E9-8E94BD154FAB}"/>
              </a:ext>
            </a:extLst>
          </p:cNvPr>
          <p:cNvSpPr txBox="1"/>
          <p:nvPr/>
        </p:nvSpPr>
        <p:spPr>
          <a:xfrm>
            <a:off x="462579" y="1112200"/>
            <a:ext cx="8218842" cy="4247317"/>
          </a:xfrm>
          <a:prstGeom prst="rect">
            <a:avLst/>
          </a:prstGeom>
          <a:noFill/>
        </p:spPr>
        <p:txBody>
          <a:bodyPr wrap="square" rtlCol="0">
            <a:spAutoFit/>
          </a:bodyPr>
          <a:lstStyle/>
          <a:p>
            <a:pPr marL="285750" indent="-285750">
              <a:buFont typeface="Wingdings" panose="05000000000000000000" pitchFamily="2" charset="2"/>
              <a:buChar char="§"/>
            </a:pPr>
            <a:r>
              <a:rPr lang="es-ES" sz="1200" b="1" dirty="0"/>
              <a:t>Contexto de aplicación:</a:t>
            </a:r>
            <a:br>
              <a:rPr lang="es-ES" sz="1200" dirty="0"/>
            </a:br>
            <a:r>
              <a:rPr lang="es-ES" sz="1200" dirty="0"/>
              <a:t>Entidad bancaria que busca entender las circunstancias que hacen que un cliente tome la decisión de abandonar el banco.</a:t>
            </a:r>
          </a:p>
          <a:p>
            <a:endParaRPr lang="es-ES" sz="1200" dirty="0"/>
          </a:p>
          <a:p>
            <a:pPr marL="285750" indent="-285750">
              <a:buFont typeface="Wingdings" panose="05000000000000000000" pitchFamily="2" charset="2"/>
              <a:buChar char="§"/>
            </a:pPr>
            <a:r>
              <a:rPr lang="es-ES" sz="1200" b="1" dirty="0"/>
              <a:t>Resumen del problema: </a:t>
            </a:r>
          </a:p>
          <a:p>
            <a:pPr lvl="3"/>
            <a:r>
              <a:rPr lang="es-ES" sz="1200" dirty="0"/>
              <a:t>Construir un modelo predictivo que ayude a clasificar los clientes de un banco en función de su riesgo de abandono a partir de una serie de variables sobre el mismo cliente.</a:t>
            </a:r>
          </a:p>
          <a:p>
            <a:endParaRPr lang="es-ES" sz="1200" dirty="0"/>
          </a:p>
          <a:p>
            <a:pPr marL="285750" indent="-285750">
              <a:buFont typeface="Wingdings" panose="05000000000000000000" pitchFamily="2" charset="2"/>
              <a:buChar char="§"/>
            </a:pPr>
            <a:r>
              <a:rPr lang="es-ES" sz="1200" b="1" dirty="0"/>
              <a:t>Objetivo principal:</a:t>
            </a:r>
            <a:br>
              <a:rPr lang="es-ES" sz="1200" dirty="0"/>
            </a:br>
            <a:r>
              <a:rPr lang="es-ES" sz="1200" dirty="0"/>
              <a:t>Modelizar la pérdida de clientes en función de ciertas variables sobre el usuario</a:t>
            </a:r>
          </a:p>
          <a:p>
            <a:pPr marL="285750" indent="-285750">
              <a:buFont typeface="Wingdings" panose="05000000000000000000" pitchFamily="2" charset="2"/>
              <a:buChar char="§"/>
            </a:pPr>
            <a:endParaRPr lang="es-ES" sz="1200" dirty="0"/>
          </a:p>
          <a:p>
            <a:pPr marL="285750" indent="-285750">
              <a:buFont typeface="Wingdings" panose="05000000000000000000" pitchFamily="2" charset="2"/>
              <a:buChar char="§"/>
            </a:pPr>
            <a:r>
              <a:rPr lang="es-ES" sz="1200" b="1" dirty="0"/>
              <a:t>Objetivos secundarios:</a:t>
            </a:r>
            <a:endParaRPr lang="es-ES" sz="1200" dirty="0"/>
          </a:p>
          <a:p>
            <a:r>
              <a:rPr lang="es-ES" sz="1200" dirty="0"/>
              <a:t>Análisis estructural de los datos: búsqueda de relaciones entre variables y influencia en la permanencia del cliente.</a:t>
            </a:r>
          </a:p>
          <a:p>
            <a:endParaRPr lang="es-ES" sz="1200" dirty="0"/>
          </a:p>
          <a:p>
            <a:pPr marL="285750" indent="-285750">
              <a:buFont typeface="Wingdings" panose="05000000000000000000" pitchFamily="2" charset="2"/>
              <a:buChar char="§"/>
            </a:pPr>
            <a:r>
              <a:rPr lang="es-ES" sz="1200" b="1" dirty="0" err="1"/>
              <a:t>KPIs</a:t>
            </a:r>
            <a:r>
              <a:rPr lang="es-ES" sz="1200" b="1" dirty="0"/>
              <a:t> de control:</a:t>
            </a:r>
            <a:endParaRPr lang="es-ES" sz="1200" dirty="0"/>
          </a:p>
          <a:p>
            <a:r>
              <a:rPr lang="es-ES" sz="1200" dirty="0" err="1"/>
              <a:t>Accuracy</a:t>
            </a:r>
            <a:r>
              <a:rPr lang="es-ES" sz="1200" dirty="0"/>
              <a:t>, </a:t>
            </a:r>
            <a:r>
              <a:rPr lang="es-ES" sz="1200" dirty="0" err="1"/>
              <a:t>Precision</a:t>
            </a:r>
            <a:r>
              <a:rPr lang="es-ES" sz="1200" dirty="0"/>
              <a:t> / </a:t>
            </a:r>
            <a:r>
              <a:rPr lang="es-ES" sz="1200" dirty="0" err="1"/>
              <a:t>Recall</a:t>
            </a:r>
            <a:r>
              <a:rPr lang="es-ES" sz="1200" dirty="0"/>
              <a:t>, F1-Score, AUC-ROC</a:t>
            </a:r>
          </a:p>
          <a:p>
            <a:endParaRPr lang="es-ES" sz="1200" dirty="0"/>
          </a:p>
          <a:p>
            <a:pPr marL="285750" indent="-285750">
              <a:buFont typeface="Wingdings" panose="05000000000000000000" pitchFamily="2" charset="2"/>
              <a:buChar char="§"/>
            </a:pPr>
            <a:r>
              <a:rPr lang="es-ES" sz="1200" b="1" dirty="0"/>
              <a:t>KPI de negocio:</a:t>
            </a:r>
          </a:p>
          <a:p>
            <a:r>
              <a:rPr lang="es-ES" sz="1200" dirty="0"/>
              <a:t>Tasa de retención</a:t>
            </a:r>
          </a:p>
          <a:p>
            <a:endParaRPr lang="es-ES" sz="1200" dirty="0"/>
          </a:p>
          <a:p>
            <a:endParaRPr lang="es-ES" sz="1200" dirty="0"/>
          </a:p>
          <a:p>
            <a:endParaRPr lang="es-E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29D671E-736D-BBE5-2753-B44018DB6EB4}"/>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160F062-DB37-F0CE-0930-D313103DAB13}"/>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DATOS</a:t>
            </a:r>
            <a:endParaRPr dirty="0"/>
          </a:p>
        </p:txBody>
      </p:sp>
      <p:sp>
        <p:nvSpPr>
          <p:cNvPr id="7" name="CuadroTexto 6">
            <a:extLst>
              <a:ext uri="{FF2B5EF4-FFF2-40B4-BE49-F238E27FC236}">
                <a16:creationId xmlns:a16="http://schemas.microsoft.com/office/drawing/2014/main" id="{47FF6C25-282A-B6CB-A67C-33E161E8763F}"/>
              </a:ext>
            </a:extLst>
          </p:cNvPr>
          <p:cNvSpPr txBox="1"/>
          <p:nvPr/>
        </p:nvSpPr>
        <p:spPr>
          <a:xfrm>
            <a:off x="720000" y="1269402"/>
            <a:ext cx="7154598" cy="2462213"/>
          </a:xfrm>
          <a:prstGeom prst="rect">
            <a:avLst/>
          </a:prstGeom>
          <a:noFill/>
        </p:spPr>
        <p:txBody>
          <a:bodyPr wrap="square" rtlCol="0">
            <a:spAutoFit/>
          </a:bodyPr>
          <a:lstStyle/>
          <a:p>
            <a:r>
              <a:rPr lang="es-ES" dirty="0"/>
              <a:t>La base de datos cuenta inicialmente con </a:t>
            </a:r>
            <a:r>
              <a:rPr lang="es-ES" b="1" dirty="0"/>
              <a:t>23 variables</a:t>
            </a:r>
            <a:r>
              <a:rPr lang="es-ES" dirty="0"/>
              <a:t>:</a:t>
            </a:r>
          </a:p>
          <a:p>
            <a:pPr marL="285750" indent="-285750">
              <a:buFontTx/>
              <a:buChar char="-"/>
            </a:pPr>
            <a:r>
              <a:rPr lang="es-ES" b="1" dirty="0"/>
              <a:t>12 numéricas</a:t>
            </a:r>
          </a:p>
          <a:p>
            <a:pPr marL="285750" indent="-285750">
              <a:buFontTx/>
              <a:buChar char="-"/>
            </a:pPr>
            <a:r>
              <a:rPr lang="es-ES" b="1" dirty="0"/>
              <a:t>11 categóricas</a:t>
            </a:r>
            <a:r>
              <a:rPr lang="es-ES" dirty="0"/>
              <a:t>, de las cuales:	</a:t>
            </a:r>
          </a:p>
          <a:p>
            <a:pPr lvl="1"/>
            <a:r>
              <a:rPr lang="es-ES" dirty="0"/>
              <a:t>	- </a:t>
            </a:r>
            <a:r>
              <a:rPr lang="es-ES" b="1" dirty="0"/>
              <a:t>5 binarias</a:t>
            </a:r>
          </a:p>
          <a:p>
            <a:pPr lvl="1"/>
            <a:r>
              <a:rPr lang="es-ES" dirty="0"/>
              <a:t>		- Una de ellas es la variable a predecir (</a:t>
            </a:r>
            <a:r>
              <a:rPr lang="es-ES" dirty="0" err="1"/>
              <a:t>Exited</a:t>
            </a:r>
            <a:r>
              <a:rPr lang="es-ES" dirty="0"/>
              <a:t>)</a:t>
            </a:r>
          </a:p>
          <a:p>
            <a:pPr lvl="1"/>
            <a:r>
              <a:rPr lang="es-ES" dirty="0"/>
              <a:t>	- </a:t>
            </a:r>
            <a:r>
              <a:rPr lang="es-ES" b="1" dirty="0"/>
              <a:t>2 identificadoras </a:t>
            </a:r>
            <a:r>
              <a:rPr lang="es-ES" dirty="0"/>
              <a:t>(ID, </a:t>
            </a:r>
            <a:r>
              <a:rPr lang="es-ES" dirty="0" err="1"/>
              <a:t>Surname</a:t>
            </a:r>
            <a:r>
              <a:rPr lang="es-ES" dirty="0"/>
              <a:t>)</a:t>
            </a:r>
          </a:p>
          <a:p>
            <a:pPr lvl="1"/>
            <a:endParaRPr lang="es-ES" dirty="0"/>
          </a:p>
          <a:p>
            <a:pPr lvl="1"/>
            <a:r>
              <a:rPr lang="es-ES" dirty="0"/>
              <a:t>En el siguiente enlace se incluye un </a:t>
            </a:r>
            <a:r>
              <a:rPr lang="es-ES" dirty="0" err="1"/>
              <a:t>Metadata</a:t>
            </a:r>
            <a:r>
              <a:rPr lang="es-ES" dirty="0"/>
              <a:t> más extenso donde se incluye información específica para cada variable (Nombre, tipología, rango, </a:t>
            </a:r>
            <a:r>
              <a:rPr lang="es-ES" dirty="0" err="1"/>
              <a:t>business</a:t>
            </a:r>
            <a:r>
              <a:rPr lang="es-ES" dirty="0"/>
              <a:t> </a:t>
            </a:r>
            <a:r>
              <a:rPr lang="es-ES" dirty="0" err="1"/>
              <a:t>category</a:t>
            </a:r>
            <a:r>
              <a:rPr lang="es-ES" dirty="0"/>
              <a:t> y una pequeña descripción de su significado)</a:t>
            </a:r>
            <a:r>
              <a:rPr lang="es-ES" dirty="0">
                <a:solidFill>
                  <a:srgbClr val="0070C0"/>
                </a:solidFill>
              </a:rPr>
              <a:t>: </a:t>
            </a:r>
            <a:r>
              <a:rPr lang="es-ES" dirty="0" err="1">
                <a:solidFill>
                  <a:srgbClr val="0070C0"/>
                </a:solidFill>
                <a:hlinkClick r:id="rId3">
                  <a:extLst>
                    <a:ext uri="{A12FA001-AC4F-418D-AE19-62706E023703}">
                      <ahyp:hlinkClr xmlns:ahyp="http://schemas.microsoft.com/office/drawing/2018/hyperlinkcolor" val="tx"/>
                    </a:ext>
                  </a:extLst>
                </a:hlinkClick>
              </a:rPr>
              <a:t>Metadata</a:t>
            </a:r>
            <a:endParaRPr lang="es-ES" dirty="0">
              <a:solidFill>
                <a:srgbClr val="0070C0"/>
              </a:solidFill>
            </a:endParaRPr>
          </a:p>
          <a:p>
            <a:pPr lvl="1"/>
            <a:endParaRPr lang="es-ES" dirty="0"/>
          </a:p>
        </p:txBody>
      </p:sp>
      <p:sp>
        <p:nvSpPr>
          <p:cNvPr id="8" name="CuadroTexto 7">
            <a:extLst>
              <a:ext uri="{FF2B5EF4-FFF2-40B4-BE49-F238E27FC236}">
                <a16:creationId xmlns:a16="http://schemas.microsoft.com/office/drawing/2014/main" id="{1007598B-E9E1-3C48-B750-DD200F51AA4F}"/>
              </a:ext>
            </a:extLst>
          </p:cNvPr>
          <p:cNvSpPr txBox="1"/>
          <p:nvPr/>
        </p:nvSpPr>
        <p:spPr>
          <a:xfrm>
            <a:off x="817581" y="3861995"/>
            <a:ext cx="6970955" cy="738664"/>
          </a:xfrm>
          <a:prstGeom prst="rect">
            <a:avLst/>
          </a:prstGeom>
          <a:noFill/>
        </p:spPr>
        <p:txBody>
          <a:bodyPr wrap="square" rtlCol="0">
            <a:spAutoFit/>
          </a:bodyPr>
          <a:lstStyle/>
          <a:p>
            <a:pPr marL="285750" indent="-285750">
              <a:buFont typeface="Wingdings" panose="05000000000000000000" pitchFamily="2" charset="2"/>
              <a:buChar char="q"/>
            </a:pPr>
            <a:r>
              <a:rPr lang="es-ES" b="1" i="1" dirty="0"/>
              <a:t>Importante</a:t>
            </a:r>
            <a:r>
              <a:rPr lang="es-ES" dirty="0"/>
              <a:t>: Este es el </a:t>
            </a:r>
            <a:r>
              <a:rPr lang="es-ES" dirty="0" err="1"/>
              <a:t>Metadata</a:t>
            </a:r>
            <a:r>
              <a:rPr lang="es-ES" dirty="0"/>
              <a:t> propio del entendimiento de los datos. Es susceptible a cambios en etapas futuras del proyecto como en ingeniería de variables.</a:t>
            </a:r>
          </a:p>
        </p:txBody>
      </p:sp>
    </p:spTree>
    <p:extLst>
      <p:ext uri="{BB962C8B-B14F-4D97-AF65-F5344CB8AC3E}">
        <p14:creationId xmlns:p14="http://schemas.microsoft.com/office/powerpoint/2010/main" val="18786904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AE743641-168A-62A7-64C4-12B21E9AC8FC}"/>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14CE457C-56DB-B4B3-1828-5D8139674A5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FRAMEWORK METODOLÓGICO</a:t>
            </a:r>
            <a:endParaRPr dirty="0"/>
          </a:p>
        </p:txBody>
      </p:sp>
      <p:graphicFrame>
        <p:nvGraphicFramePr>
          <p:cNvPr id="2" name="Diagrama 1">
            <a:extLst>
              <a:ext uri="{FF2B5EF4-FFF2-40B4-BE49-F238E27FC236}">
                <a16:creationId xmlns:a16="http://schemas.microsoft.com/office/drawing/2014/main" id="{CBD4D518-7DAA-184B-0314-92BDAE637D38}"/>
              </a:ext>
            </a:extLst>
          </p:cNvPr>
          <p:cNvGraphicFramePr/>
          <p:nvPr>
            <p:extLst>
              <p:ext uri="{D42A27DB-BD31-4B8C-83A1-F6EECF244321}">
                <p14:modId xmlns:p14="http://schemas.microsoft.com/office/powerpoint/2010/main" val="3748389943"/>
              </p:ext>
            </p:extLst>
          </p:nvPr>
        </p:nvGraphicFramePr>
        <p:xfrm>
          <a:off x="3571539" y="1112201"/>
          <a:ext cx="5013063" cy="36857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uadroTexto 4">
            <a:extLst>
              <a:ext uri="{FF2B5EF4-FFF2-40B4-BE49-F238E27FC236}">
                <a16:creationId xmlns:a16="http://schemas.microsoft.com/office/drawing/2014/main" id="{EAFFC7C5-F970-1FD5-95CA-A319822DB911}"/>
              </a:ext>
            </a:extLst>
          </p:cNvPr>
          <p:cNvSpPr txBox="1"/>
          <p:nvPr/>
        </p:nvSpPr>
        <p:spPr>
          <a:xfrm>
            <a:off x="279699" y="1194099"/>
            <a:ext cx="2990626" cy="1169551"/>
          </a:xfrm>
          <a:prstGeom prst="rect">
            <a:avLst/>
          </a:prstGeom>
          <a:noFill/>
        </p:spPr>
        <p:txBody>
          <a:bodyPr wrap="square" rtlCol="0">
            <a:spAutoFit/>
          </a:bodyPr>
          <a:lstStyle/>
          <a:p>
            <a:r>
              <a:rPr lang="es-ES" dirty="0"/>
              <a:t>Se ha utilizado la metodología estándar para trabajo en equipo en el ámbito de Data </a:t>
            </a:r>
            <a:r>
              <a:rPr lang="es-ES" dirty="0" err="1"/>
              <a:t>Science</a:t>
            </a:r>
            <a:r>
              <a:rPr lang="es-ES" dirty="0"/>
              <a:t>: </a:t>
            </a:r>
            <a:r>
              <a:rPr lang="es-ES" b="1" dirty="0"/>
              <a:t>Cross </a:t>
            </a:r>
            <a:r>
              <a:rPr lang="es-ES" b="1" dirty="0" err="1"/>
              <a:t>Industry</a:t>
            </a:r>
            <a:r>
              <a:rPr lang="es-ES" b="1" dirty="0"/>
              <a:t> Standard </a:t>
            </a:r>
            <a:r>
              <a:rPr lang="es-ES" b="1" dirty="0" err="1"/>
              <a:t>Process</a:t>
            </a:r>
            <a:r>
              <a:rPr lang="es-ES" b="1" dirty="0"/>
              <a:t> </a:t>
            </a:r>
            <a:r>
              <a:rPr lang="es-ES" b="1" dirty="0" err="1"/>
              <a:t>for</a:t>
            </a:r>
            <a:r>
              <a:rPr lang="es-ES" b="1" dirty="0"/>
              <a:t> Data </a:t>
            </a:r>
            <a:r>
              <a:rPr lang="es-ES" b="1" dirty="0" err="1"/>
              <a:t>Mining</a:t>
            </a:r>
            <a:endParaRPr lang="es-ES" b="1" dirty="0"/>
          </a:p>
        </p:txBody>
      </p:sp>
      <p:pic>
        <p:nvPicPr>
          <p:cNvPr id="9" name="Imagen 8">
            <a:extLst>
              <a:ext uri="{FF2B5EF4-FFF2-40B4-BE49-F238E27FC236}">
                <a16:creationId xmlns:a16="http://schemas.microsoft.com/office/drawing/2014/main" id="{ABFADC3A-F2D8-BABA-DD31-F0770B4C9B46}"/>
              </a:ext>
            </a:extLst>
          </p:cNvPr>
          <p:cNvPicPr>
            <a:picLocks noChangeAspect="1"/>
          </p:cNvPicPr>
          <p:nvPr/>
        </p:nvPicPr>
        <p:blipFill>
          <a:blip r:embed="rId8"/>
          <a:stretch>
            <a:fillRect/>
          </a:stretch>
        </p:blipFill>
        <p:spPr>
          <a:xfrm>
            <a:off x="381994" y="2363650"/>
            <a:ext cx="2750004" cy="2663526"/>
          </a:xfrm>
          <a:prstGeom prst="rect">
            <a:avLst/>
          </a:prstGeom>
        </p:spPr>
      </p:pic>
    </p:spTree>
    <p:extLst>
      <p:ext uri="{BB962C8B-B14F-4D97-AF65-F5344CB8AC3E}">
        <p14:creationId xmlns:p14="http://schemas.microsoft.com/office/powerpoint/2010/main" val="3817130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F0A1012-ECEC-8BC8-0063-D473929D3D2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946C38A-D74B-A3C1-5985-7F466699436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1/2</a:t>
            </a:r>
            <a:endParaRPr dirty="0"/>
          </a:p>
        </p:txBody>
      </p:sp>
    </p:spTree>
    <p:extLst>
      <p:ext uri="{BB962C8B-B14F-4D97-AF65-F5344CB8AC3E}">
        <p14:creationId xmlns:p14="http://schemas.microsoft.com/office/powerpoint/2010/main" val="13320142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28C3B4C-E20E-20D4-B769-65E63C51F2F3}"/>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356984D3-ED96-A90B-DBCF-B2F56FDAE2B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2/2</a:t>
            </a:r>
            <a:endParaRPr dirty="0"/>
          </a:p>
        </p:txBody>
      </p:sp>
    </p:spTree>
    <p:extLst>
      <p:ext uri="{BB962C8B-B14F-4D97-AF65-F5344CB8AC3E}">
        <p14:creationId xmlns:p14="http://schemas.microsoft.com/office/powerpoint/2010/main" val="1461310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27D72F2-7F0A-5EA7-05E6-B39A36A8529A}"/>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4E67A6DC-F5B2-EA88-5247-C9D91553210E}"/>
              </a:ext>
            </a:extLst>
          </p:cNvPr>
          <p:cNvSpPr txBox="1">
            <a:spLocks noGrp="1"/>
          </p:cNvSpPr>
          <p:nvPr>
            <p:ph type="title"/>
          </p:nvPr>
        </p:nvSpPr>
        <p:spPr>
          <a:xfrm>
            <a:off x="720000" y="184498"/>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Missing</a:t>
            </a:r>
            <a:endParaRPr dirty="0"/>
          </a:p>
        </p:txBody>
      </p:sp>
      <p:sp>
        <p:nvSpPr>
          <p:cNvPr id="2" name="CuadroTexto 1">
            <a:extLst>
              <a:ext uri="{FF2B5EF4-FFF2-40B4-BE49-F238E27FC236}">
                <a16:creationId xmlns:a16="http://schemas.microsoft.com/office/drawing/2014/main" id="{6E1CB8E1-A7AF-4194-E786-0C2B5FA8D536}"/>
              </a:ext>
            </a:extLst>
          </p:cNvPr>
          <p:cNvSpPr txBox="1"/>
          <p:nvPr/>
        </p:nvSpPr>
        <p:spPr>
          <a:xfrm>
            <a:off x="392653" y="757198"/>
            <a:ext cx="8358693" cy="1615827"/>
          </a:xfrm>
          <a:prstGeom prst="rect">
            <a:avLst/>
          </a:prstGeom>
          <a:noFill/>
        </p:spPr>
        <p:txBody>
          <a:bodyPr wrap="square" rtlCol="0">
            <a:spAutoFit/>
          </a:bodyPr>
          <a:lstStyle/>
          <a:p>
            <a:pPr algn="just"/>
            <a:r>
              <a:rPr lang="es-ES" sz="1100" dirty="0"/>
              <a:t>Un primer análisis exploratorio de los NA evidenció que todas las variables (excepto ID) tenían un 30% de valores faltantes, y un test de MCAR nos permitió constatar que eran fruto de la aleatoriedad (pvalor~0.39).</a:t>
            </a:r>
          </a:p>
          <a:p>
            <a:pPr algn="just"/>
            <a:endParaRPr lang="es-ES" sz="1100" dirty="0"/>
          </a:p>
          <a:p>
            <a:pPr algn="just"/>
            <a:r>
              <a:rPr lang="es-ES" sz="1100" dirty="0"/>
              <a:t>Se probó métodos como imputación por media/mediana para numéricas y moda para categóricas, o  imputación por media según variable target </a:t>
            </a:r>
            <a:r>
              <a:rPr lang="es-ES" sz="1100" dirty="0" err="1"/>
              <a:t>Exited</a:t>
            </a:r>
            <a:r>
              <a:rPr lang="es-ES" sz="1100" dirty="0"/>
              <a:t>. Se obtuvieron resultados muy malos, dado que las distribuciones pre y post imputación diferían significativamente. También se probó KNN como técnica multivariante, y aunque el ajuste era mucho mejor, todavía era mejorable</a:t>
            </a:r>
          </a:p>
          <a:p>
            <a:pPr algn="just"/>
            <a:endParaRPr lang="es-ES" sz="1100" dirty="0"/>
          </a:p>
          <a:p>
            <a:pPr algn="just"/>
            <a:r>
              <a:rPr lang="es-ES" sz="1100" dirty="0"/>
              <a:t>Finalmente, tras aplicar el método MICE (multivariante), llegamos a unos resultados muy buenos, encontrando un ajuste prácticamente perfecto de las distribuciones. Se decidió validar el método y la base de datos imputada por MICE.</a:t>
            </a:r>
          </a:p>
        </p:txBody>
      </p:sp>
      <p:pic>
        <p:nvPicPr>
          <p:cNvPr id="6" name="Imagen 5">
            <a:extLst>
              <a:ext uri="{FF2B5EF4-FFF2-40B4-BE49-F238E27FC236}">
                <a16:creationId xmlns:a16="http://schemas.microsoft.com/office/drawing/2014/main" id="{8CB74838-D0CC-6D08-1412-427DC3E2AD51}"/>
              </a:ext>
            </a:extLst>
          </p:cNvPr>
          <p:cNvPicPr>
            <a:picLocks noChangeAspect="1"/>
          </p:cNvPicPr>
          <p:nvPr/>
        </p:nvPicPr>
        <p:blipFill>
          <a:blip r:embed="rId3"/>
          <a:stretch>
            <a:fillRect/>
          </a:stretch>
        </p:blipFill>
        <p:spPr>
          <a:xfrm>
            <a:off x="392653" y="2373025"/>
            <a:ext cx="4132816" cy="2770475"/>
          </a:xfrm>
          <a:prstGeom prst="rect">
            <a:avLst/>
          </a:prstGeom>
        </p:spPr>
      </p:pic>
      <p:pic>
        <p:nvPicPr>
          <p:cNvPr id="8" name="Imagen 7">
            <a:extLst>
              <a:ext uri="{FF2B5EF4-FFF2-40B4-BE49-F238E27FC236}">
                <a16:creationId xmlns:a16="http://schemas.microsoft.com/office/drawing/2014/main" id="{71EB766D-3C21-531E-D366-E4400B816191}"/>
              </a:ext>
            </a:extLst>
          </p:cNvPr>
          <p:cNvPicPr>
            <a:picLocks noChangeAspect="1"/>
          </p:cNvPicPr>
          <p:nvPr/>
        </p:nvPicPr>
        <p:blipFill>
          <a:blip r:embed="rId4"/>
          <a:stretch>
            <a:fillRect/>
          </a:stretch>
        </p:blipFill>
        <p:spPr>
          <a:xfrm>
            <a:off x="4571998" y="2373025"/>
            <a:ext cx="4182526" cy="2770476"/>
          </a:xfrm>
          <a:prstGeom prst="rect">
            <a:avLst/>
          </a:prstGeom>
        </p:spPr>
      </p:pic>
    </p:spTree>
    <p:extLst>
      <p:ext uri="{BB962C8B-B14F-4D97-AF65-F5344CB8AC3E}">
        <p14:creationId xmlns:p14="http://schemas.microsoft.com/office/powerpoint/2010/main" val="5100760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3A616372-A7EF-DCE7-F509-F55FF02B3911}"/>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8E54363-0A7F-3955-B716-86EE04B3F77F}"/>
              </a:ext>
            </a:extLst>
          </p:cNvPr>
          <p:cNvSpPr txBox="1">
            <a:spLocks noGrp="1"/>
          </p:cNvSpPr>
          <p:nvPr>
            <p:ph type="title"/>
          </p:nvPr>
        </p:nvSpPr>
        <p:spPr>
          <a:xfrm>
            <a:off x="720000" y="265525"/>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Outliers</a:t>
            </a:r>
            <a:endParaRPr dirty="0"/>
          </a:p>
        </p:txBody>
      </p:sp>
      <p:sp>
        <p:nvSpPr>
          <p:cNvPr id="2" name="CuadroTexto 1">
            <a:extLst>
              <a:ext uri="{FF2B5EF4-FFF2-40B4-BE49-F238E27FC236}">
                <a16:creationId xmlns:a16="http://schemas.microsoft.com/office/drawing/2014/main" id="{5DC7541B-2A18-96CC-C402-B28CE1DC2D53}"/>
              </a:ext>
            </a:extLst>
          </p:cNvPr>
          <p:cNvSpPr txBox="1"/>
          <p:nvPr/>
        </p:nvSpPr>
        <p:spPr>
          <a:xfrm>
            <a:off x="580912" y="742295"/>
            <a:ext cx="8272631" cy="4401205"/>
          </a:xfrm>
          <a:prstGeom prst="rect">
            <a:avLst/>
          </a:prstGeom>
          <a:noFill/>
        </p:spPr>
        <p:txBody>
          <a:bodyPr wrap="square" rtlCol="0">
            <a:spAutoFit/>
          </a:bodyPr>
          <a:lstStyle/>
          <a:p>
            <a:r>
              <a:rPr lang="es-ES" dirty="0"/>
              <a:t>A nivel univariante se detectó para algunas variables cierto número de </a:t>
            </a:r>
            <a:r>
              <a:rPr lang="es-ES" dirty="0" err="1"/>
              <a:t>outliers</a:t>
            </a:r>
            <a:r>
              <a:rPr lang="es-ES" dirty="0"/>
              <a:t>.</a:t>
            </a:r>
          </a:p>
          <a:p>
            <a:r>
              <a:rPr lang="es-ES" dirty="0"/>
              <a:t>Univariante numérica: </a:t>
            </a:r>
            <a:r>
              <a:rPr lang="es-ES" b="1" i="1" dirty="0"/>
              <a:t>variables simétricas -&gt; Método IQR (1.5), </a:t>
            </a:r>
          </a:p>
          <a:p>
            <a:r>
              <a:rPr lang="es-ES" b="1" i="1" dirty="0"/>
              <a:t>variables no simétricas -&gt; </a:t>
            </a:r>
            <a:r>
              <a:rPr lang="es-ES" b="1" i="1" dirty="0" err="1"/>
              <a:t>Hampel</a:t>
            </a:r>
            <a:r>
              <a:rPr lang="es-ES" b="1" i="1" dirty="0"/>
              <a:t> </a:t>
            </a:r>
            <a:r>
              <a:rPr lang="es-ES" b="1" i="1" dirty="0" err="1"/>
              <a:t>identifier</a:t>
            </a:r>
            <a:r>
              <a:rPr lang="es-ES" b="1" i="1" dirty="0"/>
              <a:t> (trabaja con mediana y Median Absolute </a:t>
            </a:r>
            <a:r>
              <a:rPr lang="es-ES" b="1" i="1" dirty="0" err="1"/>
              <a:t>Deviation</a:t>
            </a:r>
            <a:r>
              <a:rPr lang="es-ES" b="1" i="1" dirty="0"/>
              <a:t>)</a:t>
            </a:r>
          </a:p>
          <a:p>
            <a:r>
              <a:rPr lang="es-ES" b="1" i="1" dirty="0"/>
              <a:t>Univariante categórica: frecuencias relativas</a:t>
            </a:r>
          </a:p>
          <a:p>
            <a:r>
              <a:rPr lang="es-ES" dirty="0"/>
              <a:t>- Su proporción respecto al total de la variable (&lt;5% en todos los casos)</a:t>
            </a:r>
          </a:p>
          <a:p>
            <a:r>
              <a:rPr lang="es-ES" dirty="0"/>
              <a:t>- Su valor (no había valores imposibles </a:t>
            </a:r>
            <a:r>
              <a:rPr lang="es-ES" dirty="0" err="1"/>
              <a:t>ej</a:t>
            </a:r>
            <a:r>
              <a:rPr lang="es-ES" dirty="0"/>
              <a:t>: edad=999)</a:t>
            </a:r>
          </a:p>
          <a:p>
            <a:r>
              <a:rPr lang="es-ES" dirty="0"/>
              <a:t>Nos hicieron entenderlos como fruto de la aleatoriedad. A nivel univariante no había motivos para tratar dichos </a:t>
            </a:r>
            <a:r>
              <a:rPr lang="es-ES" dirty="0" err="1"/>
              <a:t>outliers</a:t>
            </a:r>
            <a:r>
              <a:rPr lang="es-ES" dirty="0"/>
              <a:t> ni a nivel numérico ni categórico.</a:t>
            </a:r>
          </a:p>
          <a:p>
            <a:endParaRPr lang="es-ES" dirty="0"/>
          </a:p>
          <a:p>
            <a:r>
              <a:rPr lang="es-ES" dirty="0"/>
              <a:t>A nivel multivariante</a:t>
            </a:r>
          </a:p>
          <a:p>
            <a:endParaRPr lang="es-ES" dirty="0"/>
          </a:p>
          <a:p>
            <a:endParaRPr lang="es-ES" dirty="0"/>
          </a:p>
          <a:p>
            <a:endParaRPr lang="es-ES" dirty="0"/>
          </a:p>
          <a:p>
            <a:endParaRPr lang="es-ES" dirty="0"/>
          </a:p>
          <a:p>
            <a:endParaRPr lang="es-ES" dirty="0"/>
          </a:p>
          <a:p>
            <a:r>
              <a:rPr lang="es-ES" dirty="0"/>
              <a:t>Se realizó un estudio de </a:t>
            </a:r>
            <a:r>
              <a:rPr lang="es-ES" dirty="0" err="1"/>
              <a:t>outliers</a:t>
            </a:r>
            <a:r>
              <a:rPr lang="es-ES" dirty="0"/>
              <a:t> previo y posterior a la imputación, obteniendo los mismos resultados tanto a nivel univariante como multivariante, por lo que se decidió no tratar los </a:t>
            </a:r>
            <a:r>
              <a:rPr lang="es-ES" dirty="0" err="1"/>
              <a:t>outliers</a:t>
            </a:r>
            <a:r>
              <a:rPr lang="es-ES" dirty="0"/>
              <a:t> y aceptarlos como fruto de la normalidad.</a:t>
            </a:r>
          </a:p>
          <a:p>
            <a:endParaRPr lang="es-ES" dirty="0"/>
          </a:p>
          <a:p>
            <a:endParaRPr lang="es-ES" dirty="0"/>
          </a:p>
        </p:txBody>
      </p:sp>
    </p:spTree>
    <p:extLst>
      <p:ext uri="{BB962C8B-B14F-4D97-AF65-F5344CB8AC3E}">
        <p14:creationId xmlns:p14="http://schemas.microsoft.com/office/powerpoint/2010/main" val="28474451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FE2D535F-37DF-64AA-1CB5-D6B250DB290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C4B54FB-1DBD-071B-42BB-FDCCA4B52BAC}"/>
              </a:ext>
            </a:extLst>
          </p:cNvPr>
          <p:cNvSpPr txBox="1">
            <a:spLocks noGrp="1"/>
          </p:cNvSpPr>
          <p:nvPr>
            <p:ph type="title"/>
          </p:nvPr>
        </p:nvSpPr>
        <p:spPr>
          <a:xfrm>
            <a:off x="139087" y="514239"/>
            <a:ext cx="9004913" cy="572700"/>
          </a:xfrm>
          <a:prstGeom prst="rect">
            <a:avLst/>
          </a:prstGeom>
        </p:spPr>
        <p:txBody>
          <a:bodyPr spcFirstLastPara="1" wrap="square" lIns="91425" tIns="91425" rIns="91425" bIns="91425" anchor="t" anchorCtr="0">
            <a:noAutofit/>
          </a:bodyPr>
          <a:lstStyle/>
          <a:p>
            <a:pPr lvl="0"/>
            <a:r>
              <a:rPr lang="es-ES" sz="2400" dirty="0"/>
              <a:t>Ingeniería de Variables ½: transformación</a:t>
            </a:r>
            <a:endParaRPr sz="2400" dirty="0"/>
          </a:p>
        </p:txBody>
      </p:sp>
      <p:sp>
        <p:nvSpPr>
          <p:cNvPr id="2" name="CuadroTexto 1">
            <a:extLst>
              <a:ext uri="{FF2B5EF4-FFF2-40B4-BE49-F238E27FC236}">
                <a16:creationId xmlns:a16="http://schemas.microsoft.com/office/drawing/2014/main" id="{850C95A2-487A-DD08-1994-9119B199CE78}"/>
              </a:ext>
            </a:extLst>
          </p:cNvPr>
          <p:cNvSpPr txBox="1"/>
          <p:nvPr/>
        </p:nvSpPr>
        <p:spPr>
          <a:xfrm>
            <a:off x="349607" y="1114861"/>
            <a:ext cx="3948057" cy="1169551"/>
          </a:xfrm>
          <a:prstGeom prst="rect">
            <a:avLst/>
          </a:prstGeom>
          <a:noFill/>
        </p:spPr>
        <p:txBody>
          <a:bodyPr wrap="square" rtlCol="0">
            <a:spAutoFit/>
          </a:bodyPr>
          <a:lstStyle/>
          <a:p>
            <a:pPr algn="just"/>
            <a:r>
              <a:rPr lang="es-ES" b="1" dirty="0" err="1"/>
              <a:t>ComplaintsCount</a:t>
            </a:r>
            <a:endParaRPr lang="es-ES" b="1" dirty="0"/>
          </a:p>
          <a:p>
            <a:pPr algn="just"/>
            <a:r>
              <a:rPr lang="es-ES" dirty="0"/>
              <a:t>Se ha optado por </a:t>
            </a:r>
            <a:r>
              <a:rPr lang="es-ES" dirty="0" err="1"/>
              <a:t>dummyficar</a:t>
            </a:r>
            <a:r>
              <a:rPr lang="es-ES" dirty="0"/>
              <a:t> esta variable, de modo que la información se reduce a si el cliente ha emitido alguna queja o no. Pasa de numérica a factor binario.</a:t>
            </a:r>
          </a:p>
        </p:txBody>
      </p:sp>
      <p:pic>
        <p:nvPicPr>
          <p:cNvPr id="6" name="Imagen 5">
            <a:extLst>
              <a:ext uri="{FF2B5EF4-FFF2-40B4-BE49-F238E27FC236}">
                <a16:creationId xmlns:a16="http://schemas.microsoft.com/office/drawing/2014/main" id="{CAA4D302-3728-C348-1B0F-95C66B65D0F8}"/>
              </a:ext>
            </a:extLst>
          </p:cNvPr>
          <p:cNvPicPr>
            <a:picLocks noChangeAspect="1"/>
          </p:cNvPicPr>
          <p:nvPr/>
        </p:nvPicPr>
        <p:blipFill>
          <a:blip r:embed="rId3"/>
          <a:stretch>
            <a:fillRect/>
          </a:stretch>
        </p:blipFill>
        <p:spPr>
          <a:xfrm>
            <a:off x="139086" y="2274261"/>
            <a:ext cx="1794612" cy="2110462"/>
          </a:xfrm>
          <a:prstGeom prst="rect">
            <a:avLst/>
          </a:prstGeom>
        </p:spPr>
      </p:pic>
      <p:pic>
        <p:nvPicPr>
          <p:cNvPr id="8" name="Imagen 7">
            <a:extLst>
              <a:ext uri="{FF2B5EF4-FFF2-40B4-BE49-F238E27FC236}">
                <a16:creationId xmlns:a16="http://schemas.microsoft.com/office/drawing/2014/main" id="{EFE9C1C0-BC77-C605-271B-8BF916B4DF5D}"/>
              </a:ext>
            </a:extLst>
          </p:cNvPr>
          <p:cNvPicPr>
            <a:picLocks noChangeAspect="1"/>
          </p:cNvPicPr>
          <p:nvPr/>
        </p:nvPicPr>
        <p:blipFill>
          <a:blip r:embed="rId4"/>
          <a:stretch>
            <a:fillRect/>
          </a:stretch>
        </p:blipFill>
        <p:spPr>
          <a:xfrm>
            <a:off x="2586585" y="2274261"/>
            <a:ext cx="1776956" cy="2315110"/>
          </a:xfrm>
          <a:prstGeom prst="rect">
            <a:avLst/>
          </a:prstGeom>
        </p:spPr>
      </p:pic>
      <p:sp>
        <p:nvSpPr>
          <p:cNvPr id="9" name="Flecha: a la derecha 8">
            <a:extLst>
              <a:ext uri="{FF2B5EF4-FFF2-40B4-BE49-F238E27FC236}">
                <a16:creationId xmlns:a16="http://schemas.microsoft.com/office/drawing/2014/main" id="{51263BE0-F9B9-D8D0-3B0A-0A88CEDFD45D}"/>
              </a:ext>
            </a:extLst>
          </p:cNvPr>
          <p:cNvSpPr/>
          <p:nvPr/>
        </p:nvSpPr>
        <p:spPr>
          <a:xfrm>
            <a:off x="2091624" y="3195186"/>
            <a:ext cx="445766"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CB8960E5-90AD-AE6F-6756-4BF481848451}"/>
              </a:ext>
            </a:extLst>
          </p:cNvPr>
          <p:cNvSpPr txBox="1"/>
          <p:nvPr/>
        </p:nvSpPr>
        <p:spPr>
          <a:xfrm>
            <a:off x="5030976" y="1086939"/>
            <a:ext cx="3948057" cy="1169551"/>
          </a:xfrm>
          <a:prstGeom prst="rect">
            <a:avLst/>
          </a:prstGeom>
          <a:noFill/>
        </p:spPr>
        <p:txBody>
          <a:bodyPr wrap="square" rtlCol="0">
            <a:spAutoFit/>
          </a:bodyPr>
          <a:lstStyle/>
          <a:p>
            <a:pPr algn="just"/>
            <a:r>
              <a:rPr lang="es-ES" b="1" dirty="0" err="1"/>
              <a:t>NumOfProducts</a:t>
            </a:r>
            <a:endParaRPr lang="es-ES" b="1" dirty="0"/>
          </a:p>
          <a:p>
            <a:pPr algn="just"/>
            <a:r>
              <a:rPr lang="es-ES" dirty="0"/>
              <a:t>Tras observar que la mayoría de clientes tienen 1 o 2 productos, y que una minoría tiene 3 o más, se ha decidido categorizar la variable con las categorías 1,2 y +3 productos.</a:t>
            </a:r>
          </a:p>
        </p:txBody>
      </p:sp>
      <p:sp>
        <p:nvSpPr>
          <p:cNvPr id="11" name="Elipse 10">
            <a:extLst>
              <a:ext uri="{FF2B5EF4-FFF2-40B4-BE49-F238E27FC236}">
                <a16:creationId xmlns:a16="http://schemas.microsoft.com/office/drawing/2014/main" id="{6AD0D5AA-59C3-51F4-0CA3-5085BFED3E06}"/>
              </a:ext>
            </a:extLst>
          </p:cNvPr>
          <p:cNvSpPr/>
          <p:nvPr/>
        </p:nvSpPr>
        <p:spPr>
          <a:xfrm>
            <a:off x="4503028" y="1114861"/>
            <a:ext cx="91823" cy="368305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s-ES"/>
          </a:p>
        </p:txBody>
      </p:sp>
      <p:pic>
        <p:nvPicPr>
          <p:cNvPr id="13" name="Imagen 12">
            <a:extLst>
              <a:ext uri="{FF2B5EF4-FFF2-40B4-BE49-F238E27FC236}">
                <a16:creationId xmlns:a16="http://schemas.microsoft.com/office/drawing/2014/main" id="{8BEEE918-019D-2D4E-8CB9-46C84E615698}"/>
              </a:ext>
            </a:extLst>
          </p:cNvPr>
          <p:cNvPicPr>
            <a:picLocks noChangeAspect="1"/>
          </p:cNvPicPr>
          <p:nvPr/>
        </p:nvPicPr>
        <p:blipFill>
          <a:blip r:embed="rId5"/>
          <a:stretch>
            <a:fillRect/>
          </a:stretch>
        </p:blipFill>
        <p:spPr>
          <a:xfrm>
            <a:off x="7052376" y="2182859"/>
            <a:ext cx="2022543" cy="2315110"/>
          </a:xfrm>
          <a:prstGeom prst="rect">
            <a:avLst/>
          </a:prstGeom>
        </p:spPr>
      </p:pic>
      <p:pic>
        <p:nvPicPr>
          <p:cNvPr id="15" name="Imagen 14">
            <a:extLst>
              <a:ext uri="{FF2B5EF4-FFF2-40B4-BE49-F238E27FC236}">
                <a16:creationId xmlns:a16="http://schemas.microsoft.com/office/drawing/2014/main" id="{F1EAD923-4663-2DF2-5645-25E9EBBFBE0D}"/>
              </a:ext>
            </a:extLst>
          </p:cNvPr>
          <p:cNvPicPr>
            <a:picLocks noChangeAspect="1"/>
          </p:cNvPicPr>
          <p:nvPr/>
        </p:nvPicPr>
        <p:blipFill>
          <a:blip r:embed="rId6"/>
          <a:stretch>
            <a:fillRect/>
          </a:stretch>
        </p:blipFill>
        <p:spPr>
          <a:xfrm>
            <a:off x="4799666" y="2256490"/>
            <a:ext cx="1878076" cy="2280143"/>
          </a:xfrm>
          <a:prstGeom prst="rect">
            <a:avLst/>
          </a:prstGeom>
        </p:spPr>
      </p:pic>
      <p:sp>
        <p:nvSpPr>
          <p:cNvPr id="16" name="Flecha: a la derecha 15">
            <a:extLst>
              <a:ext uri="{FF2B5EF4-FFF2-40B4-BE49-F238E27FC236}">
                <a16:creationId xmlns:a16="http://schemas.microsoft.com/office/drawing/2014/main" id="{A04C3FC8-534D-282D-E8B8-7A80F41C547F}"/>
              </a:ext>
            </a:extLst>
          </p:cNvPr>
          <p:cNvSpPr/>
          <p:nvPr/>
        </p:nvSpPr>
        <p:spPr>
          <a:xfrm>
            <a:off x="6604147" y="3232001"/>
            <a:ext cx="400857"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96848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8F746EDE-812E-12F3-8943-6A28A8B3A8D9}"/>
            </a:ext>
          </a:extLst>
        </p:cNvPr>
        <p:cNvGrpSpPr/>
        <p:nvPr/>
      </p:nvGrpSpPr>
      <p:grpSpPr>
        <a:xfrm>
          <a:off x="0" y="0"/>
          <a:ext cx="0" cy="0"/>
          <a:chOff x="0" y="0"/>
          <a:chExt cx="0" cy="0"/>
        </a:xfrm>
      </p:grpSpPr>
      <p:sp>
        <p:nvSpPr>
          <p:cNvPr id="2" name="Google Shape;633;p34">
            <a:extLst>
              <a:ext uri="{FF2B5EF4-FFF2-40B4-BE49-F238E27FC236}">
                <a16:creationId xmlns:a16="http://schemas.microsoft.com/office/drawing/2014/main" id="{D604109C-7A83-7410-C1FE-F6FB65CB1BAD}"/>
              </a:ext>
            </a:extLst>
          </p:cNvPr>
          <p:cNvSpPr txBox="1">
            <a:spLocks noGrp="1"/>
          </p:cNvSpPr>
          <p:nvPr>
            <p:ph type="title"/>
          </p:nvPr>
        </p:nvSpPr>
        <p:spPr>
          <a:xfrm>
            <a:off x="720725" y="539750"/>
            <a:ext cx="7702550" cy="573088"/>
          </a:xfrm>
          <a:prstGeom prst="rect">
            <a:avLst/>
          </a:prstGeom>
        </p:spPr>
        <p:txBody>
          <a:bodyPr spcFirstLastPara="1" wrap="square" lIns="91425" tIns="91425" rIns="91425" bIns="91425" anchor="t" anchorCtr="0">
            <a:noAutofit/>
          </a:bodyPr>
          <a:lstStyle/>
          <a:p>
            <a:pPr lvl="0"/>
            <a:r>
              <a:rPr lang="es-ES" sz="2400" dirty="0"/>
              <a:t>Ingeniería de Variables 2/2: selección</a:t>
            </a:r>
            <a:endParaRPr sz="2400" dirty="0"/>
          </a:p>
        </p:txBody>
      </p:sp>
      <p:sp>
        <p:nvSpPr>
          <p:cNvPr id="3" name="CuadroTexto 2">
            <a:extLst>
              <a:ext uri="{FF2B5EF4-FFF2-40B4-BE49-F238E27FC236}">
                <a16:creationId xmlns:a16="http://schemas.microsoft.com/office/drawing/2014/main" id="{3F0E4919-B4FB-64E2-AEFB-C557656BB033}"/>
              </a:ext>
            </a:extLst>
          </p:cNvPr>
          <p:cNvSpPr txBox="1"/>
          <p:nvPr/>
        </p:nvSpPr>
        <p:spPr>
          <a:xfrm>
            <a:off x="408790" y="1001614"/>
            <a:ext cx="7842325" cy="1631216"/>
          </a:xfrm>
          <a:prstGeom prst="rect">
            <a:avLst/>
          </a:prstGeom>
          <a:noFill/>
        </p:spPr>
        <p:txBody>
          <a:bodyPr wrap="square" rtlCol="0">
            <a:spAutoFit/>
          </a:bodyPr>
          <a:lstStyle/>
          <a:p>
            <a:r>
              <a:rPr lang="es-ES" sz="1200" dirty="0"/>
              <a:t>Sobre la base de datos imputada y transformada se realizaron </a:t>
            </a:r>
            <a:r>
              <a:rPr lang="es-ES" sz="1200" dirty="0" err="1"/>
              <a:t>tests</a:t>
            </a:r>
            <a:r>
              <a:rPr lang="es-ES" sz="1200" dirty="0"/>
              <a:t> de significancia para determinar qué variables son importantes para describir el comportamiento de la variable </a:t>
            </a:r>
            <a:r>
              <a:rPr lang="es-ES" sz="1200" dirty="0" err="1"/>
              <a:t>Exited</a:t>
            </a:r>
            <a:r>
              <a:rPr lang="es-ES" sz="1200" dirty="0"/>
              <a:t>.</a:t>
            </a:r>
          </a:p>
          <a:p>
            <a:endParaRPr lang="es-ES" sz="1200" dirty="0"/>
          </a:p>
          <a:p>
            <a:r>
              <a:rPr lang="es-ES" sz="1200" dirty="0"/>
              <a:t>Variables numéricas: Test de mediana</a:t>
            </a:r>
          </a:p>
          <a:p>
            <a:r>
              <a:rPr lang="es-ES" sz="1200" dirty="0"/>
              <a:t>Variables categóricas: Test de Chi-cuadrado</a:t>
            </a:r>
          </a:p>
          <a:p>
            <a:endParaRPr lang="es-ES" sz="1200" dirty="0"/>
          </a:p>
          <a:p>
            <a:r>
              <a:rPr lang="es-ES" sz="1200" dirty="0"/>
              <a:t>Las variables con un p-valor inferior a 0.05 han sido las siguientes:</a:t>
            </a:r>
          </a:p>
          <a:p>
            <a:endParaRPr lang="es-ES" sz="1200" dirty="0"/>
          </a:p>
        </p:txBody>
      </p:sp>
      <p:pic>
        <p:nvPicPr>
          <p:cNvPr id="7" name="Imagen 6">
            <a:extLst>
              <a:ext uri="{FF2B5EF4-FFF2-40B4-BE49-F238E27FC236}">
                <a16:creationId xmlns:a16="http://schemas.microsoft.com/office/drawing/2014/main" id="{9B9E24F2-CFA5-8337-CB06-8FA0C27089D4}"/>
              </a:ext>
            </a:extLst>
          </p:cNvPr>
          <p:cNvPicPr>
            <a:picLocks noChangeAspect="1"/>
          </p:cNvPicPr>
          <p:nvPr/>
        </p:nvPicPr>
        <p:blipFill>
          <a:blip r:embed="rId3"/>
          <a:stretch>
            <a:fillRect/>
          </a:stretch>
        </p:blipFill>
        <p:spPr>
          <a:xfrm>
            <a:off x="408790" y="2434793"/>
            <a:ext cx="4677428" cy="1524213"/>
          </a:xfrm>
          <a:prstGeom prst="rect">
            <a:avLst/>
          </a:prstGeom>
        </p:spPr>
      </p:pic>
      <p:sp>
        <p:nvSpPr>
          <p:cNvPr id="8" name="CuadroTexto 7">
            <a:extLst>
              <a:ext uri="{FF2B5EF4-FFF2-40B4-BE49-F238E27FC236}">
                <a16:creationId xmlns:a16="http://schemas.microsoft.com/office/drawing/2014/main" id="{D0841C18-B399-C215-D4D4-8610F482EDA2}"/>
              </a:ext>
            </a:extLst>
          </p:cNvPr>
          <p:cNvSpPr txBox="1"/>
          <p:nvPr/>
        </p:nvSpPr>
        <p:spPr>
          <a:xfrm>
            <a:off x="408790" y="3959006"/>
            <a:ext cx="8326420" cy="1015663"/>
          </a:xfrm>
          <a:prstGeom prst="rect">
            <a:avLst/>
          </a:prstGeom>
          <a:noFill/>
        </p:spPr>
        <p:txBody>
          <a:bodyPr wrap="square" rtlCol="0">
            <a:spAutoFit/>
          </a:bodyPr>
          <a:lstStyle/>
          <a:p>
            <a:r>
              <a:rPr lang="es-ES" sz="1200" dirty="0"/>
              <a:t>No obstante, ya se realizó este test antes de la imputación de NA, y las variables </a:t>
            </a:r>
            <a:r>
              <a:rPr lang="es-ES" sz="1200" dirty="0" err="1"/>
              <a:t>EstimatedSalary</a:t>
            </a:r>
            <a:r>
              <a:rPr lang="es-ES" sz="1200" dirty="0"/>
              <a:t> y </a:t>
            </a:r>
            <a:r>
              <a:rPr lang="es-ES" sz="1200" dirty="0" err="1"/>
              <a:t>CreditScore</a:t>
            </a:r>
            <a:r>
              <a:rPr lang="es-ES" sz="1200" dirty="0"/>
              <a:t> resultaban significativas con un p-valor muy cercano a 0.05. </a:t>
            </a:r>
          </a:p>
          <a:p>
            <a:r>
              <a:rPr lang="es-ES" sz="1200" dirty="0"/>
              <a:t>Este resultado no es inesperado, ya que anteriormente presentaban p-valores sólo ligeramente inferiores a 0,05, lo que ya indicaba una significación marginal. No obstante, se probará el modelo para la base </a:t>
            </a:r>
            <a:r>
              <a:rPr lang="es-ES" sz="1200"/>
              <a:t>de datos reducida </a:t>
            </a:r>
            <a:r>
              <a:rPr lang="es-ES" sz="1200" dirty="0"/>
              <a:t>con y sin esas dos variables para ver si realmente se obtienen resultados diferentes.</a:t>
            </a:r>
          </a:p>
        </p:txBody>
      </p:sp>
    </p:spTree>
    <p:extLst>
      <p:ext uri="{BB962C8B-B14F-4D97-AF65-F5344CB8AC3E}">
        <p14:creationId xmlns:p14="http://schemas.microsoft.com/office/powerpoint/2010/main" val="26653687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BBD54E0-DDDD-7885-85BC-9F30C765443E}"/>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88BF07B4-089D-2999-03B1-E61BC35ADFED}"/>
              </a:ext>
            </a:extLst>
          </p:cNvPr>
          <p:cNvSpPr txBox="1">
            <a:spLocks noGrp="1"/>
          </p:cNvSpPr>
          <p:nvPr>
            <p:ph type="title"/>
          </p:nvPr>
        </p:nvSpPr>
        <p:spPr>
          <a:xfrm>
            <a:off x="666211" y="283022"/>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dirty="0" err="1"/>
              <a:t>Association</a:t>
            </a:r>
            <a:r>
              <a:rPr lang="es-ES" dirty="0"/>
              <a:t> Rules 1/2</a:t>
            </a:r>
            <a:endParaRPr dirty="0"/>
          </a:p>
        </p:txBody>
      </p:sp>
      <p:sp>
        <p:nvSpPr>
          <p:cNvPr id="2" name="CuadroTexto 1">
            <a:extLst>
              <a:ext uri="{FF2B5EF4-FFF2-40B4-BE49-F238E27FC236}">
                <a16:creationId xmlns:a16="http://schemas.microsoft.com/office/drawing/2014/main" id="{A3CCF44F-B8BF-18DD-610B-AC1D8BFF48EF}"/>
              </a:ext>
            </a:extLst>
          </p:cNvPr>
          <p:cNvSpPr txBox="1"/>
          <p:nvPr/>
        </p:nvSpPr>
        <p:spPr>
          <a:xfrm>
            <a:off x="419547" y="890160"/>
            <a:ext cx="8197327" cy="3754874"/>
          </a:xfrm>
          <a:prstGeom prst="rect">
            <a:avLst/>
          </a:prstGeom>
          <a:noFill/>
        </p:spPr>
        <p:txBody>
          <a:bodyPr wrap="square" rtlCol="0">
            <a:spAutoFit/>
          </a:bodyPr>
          <a:lstStyle/>
          <a:p>
            <a:r>
              <a:rPr lang="es-ES" b="1" dirty="0"/>
              <a:t>Sobre la preparación de los datos: </a:t>
            </a:r>
          </a:p>
          <a:p>
            <a:pPr marL="285750" indent="-285750">
              <a:buFontTx/>
              <a:buChar char="-"/>
            </a:pPr>
            <a:r>
              <a:rPr lang="es-ES" dirty="0"/>
              <a:t>Se categorizó las variables numéricas aplicando cortes lógicos ajustados a cada variable.</a:t>
            </a:r>
          </a:p>
          <a:p>
            <a:pPr marL="285750" indent="-285750">
              <a:buFontTx/>
              <a:buChar char="-"/>
            </a:pPr>
            <a:r>
              <a:rPr lang="es-ES" dirty="0"/>
              <a:t>Se trabajó únicamente con los datos Train debido a los NA para </a:t>
            </a:r>
            <a:r>
              <a:rPr lang="es-ES" dirty="0" err="1"/>
              <a:t>Exited</a:t>
            </a:r>
            <a:r>
              <a:rPr lang="es-ES" dirty="0"/>
              <a:t> en los datos test.</a:t>
            </a:r>
          </a:p>
          <a:p>
            <a:pPr marL="285750" indent="-285750">
              <a:buFontTx/>
              <a:buChar char="-"/>
            </a:pPr>
            <a:r>
              <a:rPr lang="es-ES" dirty="0"/>
              <a:t>La base de datos transaccional se compuso de 7000 filas y 73 ítems.</a:t>
            </a:r>
          </a:p>
          <a:p>
            <a:pPr marL="285750" indent="-285750">
              <a:buFontTx/>
              <a:buChar char="-"/>
            </a:pPr>
            <a:endParaRPr lang="es-ES" dirty="0"/>
          </a:p>
          <a:p>
            <a:r>
              <a:rPr lang="es-ES" b="1" dirty="0"/>
              <a:t>Sobre la parametrización</a:t>
            </a:r>
          </a:p>
          <a:p>
            <a:r>
              <a:rPr lang="es-ES" dirty="0"/>
              <a:t>Se pretendía encontrar reglas asociativas donde </a:t>
            </a:r>
            <a:r>
              <a:rPr lang="es-ES" dirty="0" err="1"/>
              <a:t>Exited</a:t>
            </a:r>
            <a:r>
              <a:rPr lang="es-ES" dirty="0"/>
              <a:t> fuera el consecuente, y </a:t>
            </a:r>
            <a:r>
              <a:rPr lang="es-ES" dirty="0" err="1"/>
              <a:t>Exited</a:t>
            </a:r>
            <a:r>
              <a:rPr lang="es-ES" dirty="0"/>
              <a:t> es una variable claramente desbalanceada para las 7000 observaciones (20% </a:t>
            </a:r>
            <a:r>
              <a:rPr lang="es-ES" dirty="0" err="1"/>
              <a:t>Exited</a:t>
            </a:r>
            <a:r>
              <a:rPr lang="es-ES" dirty="0"/>
              <a:t>=1, 80% </a:t>
            </a:r>
            <a:r>
              <a:rPr lang="es-ES" dirty="0" err="1"/>
              <a:t>Exited</a:t>
            </a:r>
            <a:r>
              <a:rPr lang="es-ES" dirty="0"/>
              <a:t>=0).</a:t>
            </a:r>
          </a:p>
          <a:p>
            <a:endParaRPr lang="es-ES" dirty="0"/>
          </a:p>
          <a:p>
            <a:r>
              <a:rPr lang="es-ES" dirty="0"/>
              <a:t>Esta circunstancia derivó en la elección de un soporte mínimo extremadamente bajo, de modo que se pudiera obtener reglas significativas asociadas al abandono del banco. En los valores LIFT se podrá ver que el hecho de reducir el soporte no impide obtener reglas muy significativas que expliquen tendencias dentro de ese 20% de la muestra. </a:t>
            </a:r>
            <a:r>
              <a:rPr lang="es-ES" b="1" i="1" dirty="0"/>
              <a:t>El soporte mínimo elegido fue de 0.0125. </a:t>
            </a:r>
            <a:r>
              <a:rPr lang="es-ES" dirty="0"/>
              <a:t>Esto supone que solo se considerarán reglas que ocurran en al menos el 1.25% de las transacciones.</a:t>
            </a:r>
            <a:endParaRPr lang="es-ES" b="1" i="1" dirty="0"/>
          </a:p>
          <a:p>
            <a:endParaRPr lang="es-ES" dirty="0"/>
          </a:p>
          <a:p>
            <a:r>
              <a:rPr lang="es-ES" dirty="0"/>
              <a:t>Esto también afecta a la elección de la confianza: Se ha escogido </a:t>
            </a:r>
            <a:r>
              <a:rPr lang="es-ES" b="1" dirty="0"/>
              <a:t>confianza=0.6</a:t>
            </a:r>
            <a:r>
              <a:rPr lang="es-ES" dirty="0"/>
              <a:t>, lo que significa que cuando se da la condición del antecedente, en el 60% de los casos se cumple el consecuente.</a:t>
            </a:r>
          </a:p>
        </p:txBody>
      </p:sp>
    </p:spTree>
    <p:extLst>
      <p:ext uri="{BB962C8B-B14F-4D97-AF65-F5344CB8AC3E}">
        <p14:creationId xmlns:p14="http://schemas.microsoft.com/office/powerpoint/2010/main" val="1928837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55C995D2-E420-AAEA-4FF1-82F41E8CE557}"/>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6C12439-9695-5DCC-5484-455797F0DD0A}"/>
              </a:ext>
            </a:extLst>
          </p:cNvPr>
          <p:cNvSpPr txBox="1">
            <a:spLocks noGrp="1"/>
          </p:cNvSpPr>
          <p:nvPr>
            <p:ph type="title"/>
          </p:nvPr>
        </p:nvSpPr>
        <p:spPr>
          <a:xfrm>
            <a:off x="720000" y="236566"/>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sz="2400" dirty="0" err="1"/>
              <a:t>Association</a:t>
            </a:r>
            <a:r>
              <a:rPr lang="es-ES" sz="2400" dirty="0"/>
              <a:t> Rules 2/2: resultados</a:t>
            </a:r>
            <a:endParaRPr sz="2400" dirty="0"/>
          </a:p>
        </p:txBody>
      </p:sp>
      <p:grpSp>
        <p:nvGrpSpPr>
          <p:cNvPr id="616" name="Google Shape;894;p25">
            <a:extLst>
              <a:ext uri="{FF2B5EF4-FFF2-40B4-BE49-F238E27FC236}">
                <a16:creationId xmlns:a16="http://schemas.microsoft.com/office/drawing/2014/main" id="{211B4FB1-DED4-BE7B-08DF-63276B9D3A7C}"/>
              </a:ext>
            </a:extLst>
          </p:cNvPr>
          <p:cNvGrpSpPr/>
          <p:nvPr/>
        </p:nvGrpSpPr>
        <p:grpSpPr>
          <a:xfrm>
            <a:off x="1263704" y="2892821"/>
            <a:ext cx="362991" cy="290018"/>
            <a:chOff x="3049653" y="2321468"/>
            <a:chExt cx="362991" cy="290018"/>
          </a:xfrm>
        </p:grpSpPr>
        <p:sp>
          <p:nvSpPr>
            <p:cNvPr id="617" name="Google Shape;895;p25">
              <a:extLst>
                <a:ext uri="{FF2B5EF4-FFF2-40B4-BE49-F238E27FC236}">
                  <a16:creationId xmlns:a16="http://schemas.microsoft.com/office/drawing/2014/main" id="{1B597574-2DCB-212D-0771-E5B500E26B64}"/>
                </a:ext>
              </a:extLst>
            </p:cNvPr>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896;p25">
              <a:extLst>
                <a:ext uri="{FF2B5EF4-FFF2-40B4-BE49-F238E27FC236}">
                  <a16:creationId xmlns:a16="http://schemas.microsoft.com/office/drawing/2014/main" id="{DF9980C2-B859-8AF2-BBF6-9114FC1C9DC3}"/>
                </a:ext>
              </a:extLst>
            </p:cNvPr>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897;p25">
              <a:extLst>
                <a:ext uri="{FF2B5EF4-FFF2-40B4-BE49-F238E27FC236}">
                  <a16:creationId xmlns:a16="http://schemas.microsoft.com/office/drawing/2014/main" id="{AB150971-3AFF-C959-ACCF-A54E6949A937}"/>
                </a:ext>
              </a:extLst>
            </p:cNvPr>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898;p25">
              <a:extLst>
                <a:ext uri="{FF2B5EF4-FFF2-40B4-BE49-F238E27FC236}">
                  <a16:creationId xmlns:a16="http://schemas.microsoft.com/office/drawing/2014/main" id="{14AF9887-6176-DAB6-B988-A356E370C220}"/>
                </a:ext>
              </a:extLst>
            </p:cNvPr>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628" name="Imagen 627">
            <a:extLst>
              <a:ext uri="{FF2B5EF4-FFF2-40B4-BE49-F238E27FC236}">
                <a16:creationId xmlns:a16="http://schemas.microsoft.com/office/drawing/2014/main" id="{0049D36F-5CE6-EB69-3EFF-B0FC9696B8D3}"/>
              </a:ext>
            </a:extLst>
          </p:cNvPr>
          <p:cNvPicPr>
            <a:picLocks noChangeAspect="1"/>
          </p:cNvPicPr>
          <p:nvPr/>
        </p:nvPicPr>
        <p:blipFill>
          <a:blip r:embed="rId3"/>
          <a:stretch>
            <a:fillRect/>
          </a:stretch>
        </p:blipFill>
        <p:spPr>
          <a:xfrm>
            <a:off x="221950" y="970344"/>
            <a:ext cx="3952017" cy="2329037"/>
          </a:xfrm>
          <a:prstGeom prst="rect">
            <a:avLst/>
          </a:prstGeom>
        </p:spPr>
      </p:pic>
      <p:sp>
        <p:nvSpPr>
          <p:cNvPr id="59" name="Google Shape;849;p25">
            <a:extLst>
              <a:ext uri="{FF2B5EF4-FFF2-40B4-BE49-F238E27FC236}">
                <a16:creationId xmlns:a16="http://schemas.microsoft.com/office/drawing/2014/main" id="{272A9B48-06CD-BA0E-9761-7A83F9A0C7F5}"/>
              </a:ext>
            </a:extLst>
          </p:cNvPr>
          <p:cNvSpPr/>
          <p:nvPr/>
        </p:nvSpPr>
        <p:spPr>
          <a:xfrm>
            <a:off x="221951" y="884749"/>
            <a:ext cx="4101022" cy="2441196"/>
          </a:xfrm>
          <a:prstGeom prst="roundRect">
            <a:avLst>
              <a:gd name="adj" fmla="val 5989"/>
            </a:avLst>
          </a:prstGeom>
          <a:noFill/>
          <a:ln w="9525" cap="flat" cmpd="sng">
            <a:solidFill>
              <a:srgbClr val="00B05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highlight>
                <a:srgbClr val="000080"/>
              </a:highlight>
            </a:endParaRPr>
          </a:p>
        </p:txBody>
      </p:sp>
      <p:sp>
        <p:nvSpPr>
          <p:cNvPr id="63" name="Google Shape;853;p25">
            <a:extLst>
              <a:ext uri="{FF2B5EF4-FFF2-40B4-BE49-F238E27FC236}">
                <a16:creationId xmlns:a16="http://schemas.microsoft.com/office/drawing/2014/main" id="{DAAC3287-95C6-BA1F-9A87-A2ACA773479C}"/>
              </a:ext>
            </a:extLst>
          </p:cNvPr>
          <p:cNvSpPr/>
          <p:nvPr/>
        </p:nvSpPr>
        <p:spPr>
          <a:xfrm>
            <a:off x="221949" y="741395"/>
            <a:ext cx="2379842" cy="275159"/>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=0</a:t>
            </a:r>
            <a:endParaRPr dirty="0">
              <a:latin typeface="Arial Rounded MT Bold" panose="020F0704030504030204" pitchFamily="34" charset="0"/>
            </a:endParaRPr>
          </a:p>
        </p:txBody>
      </p:sp>
      <p:pic>
        <p:nvPicPr>
          <p:cNvPr id="630" name="Imagen 629">
            <a:extLst>
              <a:ext uri="{FF2B5EF4-FFF2-40B4-BE49-F238E27FC236}">
                <a16:creationId xmlns:a16="http://schemas.microsoft.com/office/drawing/2014/main" id="{D6958A06-027A-312F-9B3B-4479111747AE}"/>
              </a:ext>
            </a:extLst>
          </p:cNvPr>
          <p:cNvPicPr>
            <a:picLocks noChangeAspect="1"/>
          </p:cNvPicPr>
          <p:nvPr/>
        </p:nvPicPr>
        <p:blipFill>
          <a:blip r:embed="rId4"/>
          <a:stretch>
            <a:fillRect/>
          </a:stretch>
        </p:blipFill>
        <p:spPr>
          <a:xfrm>
            <a:off x="4649663" y="1051342"/>
            <a:ext cx="4101022" cy="2248039"/>
          </a:xfrm>
          <a:prstGeom prst="rect">
            <a:avLst/>
          </a:prstGeom>
        </p:spPr>
      </p:pic>
      <p:sp>
        <p:nvSpPr>
          <p:cNvPr id="631" name="CuadroTexto 630">
            <a:extLst>
              <a:ext uri="{FF2B5EF4-FFF2-40B4-BE49-F238E27FC236}">
                <a16:creationId xmlns:a16="http://schemas.microsoft.com/office/drawing/2014/main" id="{7AA7058E-9BE2-849D-0A76-2B2D241AFF6D}"/>
              </a:ext>
            </a:extLst>
          </p:cNvPr>
          <p:cNvSpPr txBox="1"/>
          <p:nvPr/>
        </p:nvSpPr>
        <p:spPr>
          <a:xfrm>
            <a:off x="147827" y="3350032"/>
            <a:ext cx="4249270" cy="1107996"/>
          </a:xfrm>
          <a:prstGeom prst="rect">
            <a:avLst/>
          </a:prstGeom>
          <a:noFill/>
        </p:spPr>
        <p:txBody>
          <a:bodyPr wrap="square" rtlCol="0">
            <a:spAutoFit/>
          </a:bodyPr>
          <a:lstStyle/>
          <a:p>
            <a:r>
              <a:rPr lang="es-ES" sz="1100" dirty="0"/>
              <a:t>Confianza de 1 o ~1: </a:t>
            </a:r>
            <a:r>
              <a:rPr lang="es-ES" sz="1100" b="1" dirty="0"/>
              <a:t>siempre que ha sucedido el antecedente se da el consecuente</a:t>
            </a:r>
            <a:endParaRPr lang="es-ES" sz="1100" dirty="0"/>
          </a:p>
          <a:p>
            <a:endParaRPr lang="es-ES" sz="1100" dirty="0"/>
          </a:p>
          <a:p>
            <a:r>
              <a:rPr lang="es-ES" sz="1100" dirty="0"/>
              <a:t>Diversas reglas refuerzan la tesis de que clientes de entre 18-35 años, con 2 productos y casados o con solvencia para pedir préstamos es prácticamente seguro que se quedarán en el banco</a:t>
            </a:r>
          </a:p>
        </p:txBody>
      </p:sp>
      <p:sp>
        <p:nvSpPr>
          <p:cNvPr id="632" name="CuadroTexto 631">
            <a:extLst>
              <a:ext uri="{FF2B5EF4-FFF2-40B4-BE49-F238E27FC236}">
                <a16:creationId xmlns:a16="http://schemas.microsoft.com/office/drawing/2014/main" id="{710A3BEA-2604-24E5-30E8-C13F32D4BE4C}"/>
              </a:ext>
            </a:extLst>
          </p:cNvPr>
          <p:cNvSpPr txBox="1"/>
          <p:nvPr/>
        </p:nvSpPr>
        <p:spPr>
          <a:xfrm>
            <a:off x="4649663" y="3357394"/>
            <a:ext cx="4431491" cy="1277273"/>
          </a:xfrm>
          <a:prstGeom prst="rect">
            <a:avLst/>
          </a:prstGeom>
          <a:noFill/>
        </p:spPr>
        <p:txBody>
          <a:bodyPr wrap="square" rtlCol="0">
            <a:spAutoFit/>
          </a:bodyPr>
          <a:lstStyle/>
          <a:p>
            <a:pPr algn="just"/>
            <a:r>
              <a:rPr lang="es-ES" sz="1100" dirty="0" err="1"/>
              <a:t>Lift</a:t>
            </a:r>
            <a:r>
              <a:rPr lang="es-ES" sz="1100" dirty="0"/>
              <a:t> de ~3 el consecuente es </a:t>
            </a:r>
            <a:r>
              <a:rPr lang="es-ES" sz="1100" b="1" dirty="0"/>
              <a:t>3 veces más probable cuando ocurre el antecedente</a:t>
            </a:r>
            <a:r>
              <a:rPr lang="es-ES" sz="1100" dirty="0"/>
              <a:t> que si fueran independientes</a:t>
            </a:r>
          </a:p>
          <a:p>
            <a:pPr algn="just"/>
            <a:endParaRPr lang="es-ES" sz="1100" dirty="0"/>
          </a:p>
          <a:p>
            <a:pPr algn="just"/>
            <a:r>
              <a:rPr lang="es-ES" sz="1100" dirty="0"/>
              <a:t>Preocupante segmento de edad 46-55 años en mujeres y nacionalidad alemana.</a:t>
            </a:r>
          </a:p>
          <a:p>
            <a:pPr algn="just"/>
            <a:r>
              <a:rPr lang="es-ES" sz="1100" dirty="0"/>
              <a:t>Revisar las condiciones que ofrece el banco a clientes con 3 productos o más.</a:t>
            </a:r>
          </a:p>
        </p:txBody>
      </p:sp>
      <p:sp>
        <p:nvSpPr>
          <p:cNvPr id="583" name="Google Shape;861;p25">
            <a:extLst>
              <a:ext uri="{FF2B5EF4-FFF2-40B4-BE49-F238E27FC236}">
                <a16:creationId xmlns:a16="http://schemas.microsoft.com/office/drawing/2014/main" id="{160C52B2-04F8-173B-FD6B-C29FC57BF3F5}"/>
              </a:ext>
            </a:extLst>
          </p:cNvPr>
          <p:cNvSpPr/>
          <p:nvPr/>
        </p:nvSpPr>
        <p:spPr>
          <a:xfrm>
            <a:off x="4649663" y="878974"/>
            <a:ext cx="4397517" cy="2441196"/>
          </a:xfrm>
          <a:prstGeom prst="roundRect">
            <a:avLst>
              <a:gd name="adj" fmla="val 5989"/>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865;p25">
            <a:extLst>
              <a:ext uri="{FF2B5EF4-FFF2-40B4-BE49-F238E27FC236}">
                <a16:creationId xmlns:a16="http://schemas.microsoft.com/office/drawing/2014/main" id="{F5FADC25-6962-68E7-217A-0BA156D5F24E}"/>
              </a:ext>
            </a:extLst>
          </p:cNvPr>
          <p:cNvSpPr/>
          <p:nvPr/>
        </p:nvSpPr>
        <p:spPr>
          <a:xfrm>
            <a:off x="4649663" y="809266"/>
            <a:ext cx="2379842" cy="264401"/>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lvl="0"/>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=1</a:t>
            </a:r>
          </a:p>
        </p:txBody>
      </p:sp>
      <p:sp>
        <p:nvSpPr>
          <p:cNvPr id="634" name="CuadroTexto 633">
            <a:extLst>
              <a:ext uri="{FF2B5EF4-FFF2-40B4-BE49-F238E27FC236}">
                <a16:creationId xmlns:a16="http://schemas.microsoft.com/office/drawing/2014/main" id="{51011016-44F2-FE07-8AF0-A81903637A7B}"/>
              </a:ext>
            </a:extLst>
          </p:cNvPr>
          <p:cNvSpPr txBox="1"/>
          <p:nvPr/>
        </p:nvSpPr>
        <p:spPr>
          <a:xfrm>
            <a:off x="118335" y="4594319"/>
            <a:ext cx="8928845"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s-ES" sz="1200" b="1" i="1" dirty="0"/>
              <a:t>Variables declaradas previamente como significativas concuerdan con las que aparecen en las reglas más informativas: </a:t>
            </a:r>
            <a:r>
              <a:rPr lang="es-ES" sz="1200" b="1" i="1" u="sng" dirty="0"/>
              <a:t>Validación de la significancia</a:t>
            </a:r>
          </a:p>
        </p:txBody>
      </p:sp>
    </p:spTree>
    <p:extLst>
      <p:ext uri="{BB962C8B-B14F-4D97-AF65-F5344CB8AC3E}">
        <p14:creationId xmlns:p14="http://schemas.microsoft.com/office/powerpoint/2010/main" val="37294177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13A20AF-FC6D-9F73-F5DC-B1B6F2ADABDB}"/>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2F30AEF-5FFA-6775-646D-F971A970963C}"/>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a:t>PREPARACIÓN PARA EL MODELADO</a:t>
            </a:r>
            <a:endParaRPr dirty="0"/>
          </a:p>
        </p:txBody>
      </p:sp>
    </p:spTree>
    <p:extLst>
      <p:ext uri="{BB962C8B-B14F-4D97-AF65-F5344CB8AC3E}">
        <p14:creationId xmlns:p14="http://schemas.microsoft.com/office/powerpoint/2010/main" val="29417738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9DA72DED-976D-AE9F-E2C7-BD93B3D8543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9D897F01-AE23-9F34-64C8-027BAF49FE70}"/>
              </a:ext>
            </a:extLst>
          </p:cNvPr>
          <p:cNvSpPr txBox="1">
            <a:spLocks noGrp="1"/>
          </p:cNvSpPr>
          <p:nvPr>
            <p:ph type="title"/>
          </p:nvPr>
        </p:nvSpPr>
        <p:spPr>
          <a:xfrm>
            <a:off x="290457" y="539500"/>
            <a:ext cx="8638390" cy="572700"/>
          </a:xfrm>
          <a:prstGeom prst="rect">
            <a:avLst/>
          </a:prstGeom>
        </p:spPr>
        <p:txBody>
          <a:bodyPr spcFirstLastPara="1" wrap="square" lIns="91425" tIns="91425" rIns="91425" bIns="91425" anchor="t" anchorCtr="0">
            <a:noAutofit/>
          </a:bodyPr>
          <a:lstStyle/>
          <a:p>
            <a:pPr lvl="0"/>
            <a:r>
              <a:rPr lang="es-ES" dirty="0"/>
              <a:t>PRIMEROS MODELOS – KNN y </a:t>
            </a:r>
            <a:r>
              <a:rPr lang="es-ES" dirty="0" err="1"/>
              <a:t>Naive</a:t>
            </a:r>
            <a:r>
              <a:rPr lang="es-ES" dirty="0"/>
              <a:t> Bayes 1/2</a:t>
            </a:r>
            <a:endParaRPr dirty="0"/>
          </a:p>
        </p:txBody>
      </p:sp>
    </p:spTree>
    <p:extLst>
      <p:ext uri="{BB962C8B-B14F-4D97-AF65-F5344CB8AC3E}">
        <p14:creationId xmlns:p14="http://schemas.microsoft.com/office/powerpoint/2010/main" val="2246756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82037480-09F2-8CFA-AAA9-F29302E509B0}"/>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5FA695C-D432-E93D-0A83-17103D7F6957}"/>
              </a:ext>
            </a:extLst>
          </p:cNvPr>
          <p:cNvSpPr txBox="1">
            <a:spLocks noGrp="1"/>
          </p:cNvSpPr>
          <p:nvPr>
            <p:ph type="title"/>
          </p:nvPr>
        </p:nvSpPr>
        <p:spPr>
          <a:xfrm>
            <a:off x="258185" y="539500"/>
            <a:ext cx="8616874" cy="572700"/>
          </a:xfrm>
          <a:prstGeom prst="rect">
            <a:avLst/>
          </a:prstGeom>
        </p:spPr>
        <p:txBody>
          <a:bodyPr spcFirstLastPara="1" wrap="square" lIns="91425" tIns="91425" rIns="91425" bIns="91425" anchor="t" anchorCtr="0">
            <a:noAutofit/>
          </a:bodyPr>
          <a:lstStyle/>
          <a:p>
            <a:pPr lvl="0"/>
            <a:r>
              <a:rPr lang="es-ES" dirty="0"/>
              <a:t>PRIMEROS MODELOS – KNN y </a:t>
            </a:r>
            <a:r>
              <a:rPr lang="es-ES" dirty="0" err="1"/>
              <a:t>Naive</a:t>
            </a:r>
            <a:r>
              <a:rPr lang="es-ES" dirty="0"/>
              <a:t> Bayes 2/2</a:t>
            </a:r>
            <a:endParaRPr dirty="0"/>
          </a:p>
        </p:txBody>
      </p:sp>
    </p:spTree>
    <p:extLst>
      <p:ext uri="{BB962C8B-B14F-4D97-AF65-F5344CB8AC3E}">
        <p14:creationId xmlns:p14="http://schemas.microsoft.com/office/powerpoint/2010/main" val="20168561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C1E94954-8BE6-885F-9D60-C44242E00E6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C5D79E9-BDAD-F1DC-A98F-4B21D1728099}"/>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a:t>CONCLUSIONES y/o PRÓXIMOS PASOS</a:t>
            </a:r>
            <a:endParaRPr dirty="0"/>
          </a:p>
        </p:txBody>
      </p:sp>
    </p:spTree>
    <p:extLst>
      <p:ext uri="{BB962C8B-B14F-4D97-AF65-F5344CB8AC3E}">
        <p14:creationId xmlns:p14="http://schemas.microsoft.com/office/powerpoint/2010/main" val="804811583"/>
      </p:ext>
    </p:extLst>
  </p:cSld>
  <p:clrMapOvr>
    <a:masterClrMapping/>
  </p:clrMapOvr>
</p:sld>
</file>

<file path=ppt/theme/theme1.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220</TotalTime>
  <Words>1349</Words>
  <Application>Microsoft Office PowerPoint</Application>
  <PresentationFormat>Presentación en pantalla (16:9)</PresentationFormat>
  <Paragraphs>117</Paragraphs>
  <Slides>16</Slides>
  <Notes>16</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16</vt:i4>
      </vt:variant>
    </vt:vector>
  </HeadingPairs>
  <TitlesOfParts>
    <vt:vector size="25" baseType="lpstr">
      <vt:lpstr>Poppins</vt:lpstr>
      <vt:lpstr>Didact Gothic</vt:lpstr>
      <vt:lpstr>Raleway</vt:lpstr>
      <vt:lpstr>Arial Black</vt:lpstr>
      <vt:lpstr>Wingdings</vt:lpstr>
      <vt:lpstr>Arial Rounded MT Bold</vt:lpstr>
      <vt:lpstr>Arial</vt:lpstr>
      <vt:lpstr>Libre Franklin</vt:lpstr>
      <vt:lpstr>Cycle Diagrams Theme for a Business Plan by Slidesgo</vt:lpstr>
      <vt:lpstr>Modelo de clasificación  GRUPO 5</vt:lpstr>
      <vt:lpstr>ENTENDIMIENTO DE NEGOCIO</vt:lpstr>
      <vt:lpstr>ENTENDIMIENTO DE DATOS</vt:lpstr>
      <vt:lpstr>FRAMEWORK METODOLÓGICO</vt:lpstr>
      <vt:lpstr>Exploratory Data Analysis (EDA) 1/2</vt:lpstr>
      <vt:lpstr>Exploratory Data Analysis (EDA) 2/2</vt:lpstr>
      <vt:lpstr>Tratamiento de Missing</vt:lpstr>
      <vt:lpstr>Tratamiento de Outliers</vt:lpstr>
      <vt:lpstr>Ingeniería de Variables ½: transformación</vt:lpstr>
      <vt:lpstr>Ingeniería de Variables 2/2: selección</vt:lpstr>
      <vt:lpstr>Association Rules 1/2</vt:lpstr>
      <vt:lpstr>Association Rules 2/2: resultados</vt:lpstr>
      <vt:lpstr>PREPARACIÓN PARA EL MODELADO</vt:lpstr>
      <vt:lpstr>PRIMEROS MODELOS – KNN y Naive Bayes 1/2</vt:lpstr>
      <vt:lpstr>PRIMEROS MODELOS – KNN y Naive Bayes 2/2</vt:lpstr>
      <vt:lpstr>CONCLUSIONES y/o PRÓXIMOS PASOS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Mario Aragón Valderrama</dc:creator>
  <cp:lastModifiedBy>Mario Aragón Valderrama</cp:lastModifiedBy>
  <cp:revision>1</cp:revision>
  <dcterms:modified xsi:type="dcterms:W3CDTF">2025-10-31T13:21:47Z</dcterms:modified>
</cp:coreProperties>
</file>