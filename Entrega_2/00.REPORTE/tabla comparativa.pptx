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305" r:id="rId2"/>
  </p:sldIdLst>
  <p:sldSz cx="9144000" cy="5143500" type="screen16x9"/>
  <p:notesSz cx="6858000" cy="9144000"/>
  <p:embeddedFontLst>
    <p:embeddedFont>
      <p:font typeface="等线" panose="02010600030101010101" pitchFamily="2" charset="-122"/>
      <p:regular r:id="rId4"/>
      <p:bold r:id="rId5"/>
    </p:embeddedFont>
    <p:embeddedFont>
      <p:font typeface="Didact Gothic" panose="00000500000000000000" pitchFamily="2" charset="0"/>
      <p:regular r:id="rId6"/>
    </p:embeddedFont>
    <p:embeddedFont>
      <p:font typeface="Libre Franklin" pitchFamily="2" charset="0"/>
      <p:regular r:id="rId7"/>
      <p:bold r:id="rId8"/>
      <p:italic r:id="rId9"/>
      <p:boldItalic r:id="rId10"/>
    </p:embeddedFont>
    <p:embeddedFont>
      <p:font typeface="Lucida Console" panose="020B0609040504020204" pitchFamily="49" charset="0"/>
      <p:regular r:id="rId11"/>
    </p:embeddedFont>
    <p:embeddedFont>
      <p:font typeface="Poppins" panose="000005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io Aragón Valderrama" initials="M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EC4A"/>
    <a:srgbClr val="99FF66"/>
    <a:srgbClr val="CCFFCC"/>
    <a:srgbClr val="FF66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94668"/>
  </p:normalViewPr>
  <p:slideViewPr>
    <p:cSldViewPr snapToGrid="0">
      <p:cViewPr varScale="1">
        <p:scale>
          <a:sx n="89" d="100"/>
          <a:sy n="89" d="100"/>
        </p:scale>
        <p:origin x="12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21" Type="http://schemas.microsoft.com/office/2016/11/relationships/changesInfo" Target="changesInfos/changesInfo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Aragón Valderrama" userId="ab42593c9091a3c7" providerId="LiveId" clId="{A94EC9C8-FC2E-45B4-829C-AEB6B286F687}"/>
    <pc:docChg chg="custSel addSld delSld modSld">
      <pc:chgData name="Mario Aragón Valderrama" userId="ab42593c9091a3c7" providerId="LiveId" clId="{A94EC9C8-FC2E-45B4-829C-AEB6B286F687}" dt="2025-12-17T22:24:16.669" v="1685"/>
      <pc:docMkLst>
        <pc:docMk/>
      </pc:docMkLst>
      <pc:sldChg chg="addSp delSp modSp add mod">
        <pc:chgData name="Mario Aragón Valderrama" userId="ab42593c9091a3c7" providerId="LiveId" clId="{A94EC9C8-FC2E-45B4-829C-AEB6B286F687}" dt="2025-12-17T18:30:30.702" v="1633" actId="404"/>
        <pc:sldMkLst>
          <pc:docMk/>
          <pc:sldMk cId="0" sldId="269"/>
        </pc:sldMkLst>
        <pc:spChg chg="add del mod">
          <ac:chgData name="Mario Aragón Valderrama" userId="ab42593c9091a3c7" providerId="LiveId" clId="{A94EC9C8-FC2E-45B4-829C-AEB6B286F687}" dt="2025-12-17T18:13:40.585" v="824" actId="478"/>
          <ac:spMkLst>
            <pc:docMk/>
            <pc:sldMk cId="0" sldId="269"/>
            <ac:spMk id="2" creationId="{01CBDE04-DEE7-6A8D-B970-BCEB26EBA005}"/>
          </ac:spMkLst>
        </pc:spChg>
        <pc:spChg chg="mod">
          <ac:chgData name="Mario Aragón Valderrama" userId="ab42593c9091a3c7" providerId="LiveId" clId="{A94EC9C8-FC2E-45B4-829C-AEB6B286F687}" dt="2025-12-17T18:09:40.593" v="789"/>
          <ac:spMkLst>
            <pc:docMk/>
            <pc:sldMk cId="0" sldId="269"/>
            <ac:spMk id="4" creationId="{50CD4983-5F9D-83AB-AC92-0222075A5BDD}"/>
          </ac:spMkLst>
        </pc:spChg>
        <pc:spChg chg="mod">
          <ac:chgData name="Mario Aragón Valderrama" userId="ab42593c9091a3c7" providerId="LiveId" clId="{A94EC9C8-FC2E-45B4-829C-AEB6B286F687}" dt="2025-12-17T18:09:40.593" v="789"/>
          <ac:spMkLst>
            <pc:docMk/>
            <pc:sldMk cId="0" sldId="269"/>
            <ac:spMk id="5" creationId="{52FF70F9-DCE3-0C2C-005E-375A8EFF323F}"/>
          </ac:spMkLst>
        </pc:spChg>
        <pc:spChg chg="add del mod">
          <ac:chgData name="Mario Aragón Valderrama" userId="ab42593c9091a3c7" providerId="LiveId" clId="{A94EC9C8-FC2E-45B4-829C-AEB6B286F687}" dt="2025-12-17T18:11:13.582" v="808" actId="478"/>
          <ac:spMkLst>
            <pc:docMk/>
            <pc:sldMk cId="0" sldId="269"/>
            <ac:spMk id="6" creationId="{9EDF4B0B-3061-7ACC-774B-D6FC82BC26B6}"/>
          </ac:spMkLst>
        </pc:spChg>
        <pc:spChg chg="mod topLvl">
          <ac:chgData name="Mario Aragón Valderrama" userId="ab42593c9091a3c7" providerId="LiveId" clId="{A94EC9C8-FC2E-45B4-829C-AEB6B286F687}" dt="2025-12-17T18:22:49.615" v="902" actId="478"/>
          <ac:spMkLst>
            <pc:docMk/>
            <pc:sldMk cId="0" sldId="269"/>
            <ac:spMk id="10" creationId="{3344573B-05AB-722D-10BD-1916DC33F883}"/>
          </ac:spMkLst>
        </pc:spChg>
        <pc:spChg chg="del mod topLvl">
          <ac:chgData name="Mario Aragón Valderrama" userId="ab42593c9091a3c7" providerId="LiveId" clId="{A94EC9C8-FC2E-45B4-829C-AEB6B286F687}" dt="2025-12-17T18:22:49.615" v="902" actId="478"/>
          <ac:spMkLst>
            <pc:docMk/>
            <pc:sldMk cId="0" sldId="269"/>
            <ac:spMk id="12" creationId="{BB781573-BCA2-F8F7-0059-6839B0E2EB7E}"/>
          </ac:spMkLst>
        </pc:spChg>
        <pc:spChg chg="del mod">
          <ac:chgData name="Mario Aragón Valderrama" userId="ab42593c9091a3c7" providerId="LiveId" clId="{A94EC9C8-FC2E-45B4-829C-AEB6B286F687}" dt="2025-12-17T18:22:45.298" v="901" actId="478"/>
          <ac:spMkLst>
            <pc:docMk/>
            <pc:sldMk cId="0" sldId="269"/>
            <ac:spMk id="13" creationId="{BE442C9C-D39D-50DA-0642-E621F9AEF4C0}"/>
          </ac:spMkLst>
        </pc:spChg>
        <pc:spChg chg="add mod">
          <ac:chgData name="Mario Aragón Valderrama" userId="ab42593c9091a3c7" providerId="LiveId" clId="{A94EC9C8-FC2E-45B4-829C-AEB6B286F687}" dt="2025-12-17T18:22:10.146" v="896" actId="1076"/>
          <ac:spMkLst>
            <pc:docMk/>
            <pc:sldMk cId="0" sldId="269"/>
            <ac:spMk id="16" creationId="{69877C8F-5317-BE6F-6945-CC388015F9CE}"/>
          </ac:spMkLst>
        </pc:spChg>
        <pc:spChg chg="add mod">
          <ac:chgData name="Mario Aragón Valderrama" userId="ab42593c9091a3c7" providerId="LiveId" clId="{A94EC9C8-FC2E-45B4-829C-AEB6B286F687}" dt="2025-12-17T18:23:00.046" v="909" actId="20577"/>
          <ac:spMkLst>
            <pc:docMk/>
            <pc:sldMk cId="0" sldId="269"/>
            <ac:spMk id="17" creationId="{3EC15E59-67D6-0AE1-A6A9-64B30040E99A}"/>
          </ac:spMkLst>
        </pc:spChg>
        <pc:spChg chg="add mod">
          <ac:chgData name="Mario Aragón Valderrama" userId="ab42593c9091a3c7" providerId="LiveId" clId="{A94EC9C8-FC2E-45B4-829C-AEB6B286F687}" dt="2025-12-17T18:23:26.298" v="964" actId="207"/>
          <ac:spMkLst>
            <pc:docMk/>
            <pc:sldMk cId="0" sldId="269"/>
            <ac:spMk id="18" creationId="{85BED90B-FD8F-DAA5-3238-316DC3132584}"/>
          </ac:spMkLst>
        </pc:spChg>
        <pc:spChg chg="add mod">
          <ac:chgData name="Mario Aragón Valderrama" userId="ab42593c9091a3c7" providerId="LiveId" clId="{A94EC9C8-FC2E-45B4-829C-AEB6B286F687}" dt="2025-12-17T18:30:16.251" v="1629" actId="1076"/>
          <ac:spMkLst>
            <pc:docMk/>
            <pc:sldMk cId="0" sldId="269"/>
            <ac:spMk id="19" creationId="{71D43951-B2AE-7BE2-D94B-F35B07A8A778}"/>
          </ac:spMkLst>
        </pc:spChg>
        <pc:spChg chg="add mod">
          <ac:chgData name="Mario Aragón Valderrama" userId="ab42593c9091a3c7" providerId="LiveId" clId="{A94EC9C8-FC2E-45B4-829C-AEB6B286F687}" dt="2025-12-17T18:30:30.702" v="1633" actId="404"/>
          <ac:spMkLst>
            <pc:docMk/>
            <pc:sldMk cId="0" sldId="269"/>
            <ac:spMk id="20" creationId="{87FE5D4D-67B0-D6FC-3090-0D99B56B82E9}"/>
          </ac:spMkLst>
        </pc:spChg>
        <pc:spChg chg="add mod">
          <ac:chgData name="Mario Aragón Valderrama" userId="ab42593c9091a3c7" providerId="LiveId" clId="{A94EC9C8-FC2E-45B4-829C-AEB6B286F687}" dt="2025-12-17T18:30:19.785" v="1630" actId="1076"/>
          <ac:spMkLst>
            <pc:docMk/>
            <pc:sldMk cId="0" sldId="269"/>
            <ac:spMk id="21" creationId="{E1CB4E2D-AA5E-21BE-1785-DF4696D5A71F}"/>
          </ac:spMkLst>
        </pc:spChg>
        <pc:spChg chg="add mod">
          <ac:chgData name="Mario Aragón Valderrama" userId="ab42593c9091a3c7" providerId="LiveId" clId="{A94EC9C8-FC2E-45B4-829C-AEB6B286F687}" dt="2025-12-17T18:30:26.544" v="1632" actId="404"/>
          <ac:spMkLst>
            <pc:docMk/>
            <pc:sldMk cId="0" sldId="269"/>
            <ac:spMk id="22" creationId="{88CDE9D7-6FB4-5135-D608-BCD6C5875703}"/>
          </ac:spMkLst>
        </pc:spChg>
        <pc:spChg chg="mod">
          <ac:chgData name="Mario Aragón Valderrama" userId="ab42593c9091a3c7" providerId="LiveId" clId="{A94EC9C8-FC2E-45B4-829C-AEB6B286F687}" dt="2025-12-17T18:07:41.111" v="577" actId="1076"/>
          <ac:spMkLst>
            <pc:docMk/>
            <pc:sldMk cId="0" sldId="269"/>
            <ac:spMk id="620" creationId="{00000000-0000-0000-0000-000000000000}"/>
          </ac:spMkLst>
        </pc:spChg>
        <pc:spChg chg="mod">
          <ac:chgData name="Mario Aragón Valderrama" userId="ab42593c9091a3c7" providerId="LiveId" clId="{A94EC9C8-FC2E-45B4-829C-AEB6B286F687}" dt="2025-12-17T18:14:37.485" v="830" actId="1076"/>
          <ac:spMkLst>
            <pc:docMk/>
            <pc:sldMk cId="0" sldId="269"/>
            <ac:spMk id="633" creationId="{00000000-0000-0000-0000-000000000000}"/>
          </ac:spMkLst>
        </pc:spChg>
        <pc:spChg chg="mod">
          <ac:chgData name="Mario Aragón Valderrama" userId="ab42593c9091a3c7" providerId="LiveId" clId="{A94EC9C8-FC2E-45B4-829C-AEB6B286F687}" dt="2025-12-17T18:14:32.538" v="829" actId="20577"/>
          <ac:spMkLst>
            <pc:docMk/>
            <pc:sldMk cId="0" sldId="269"/>
            <ac:spMk id="634" creationId="{00000000-0000-0000-0000-000000000000}"/>
          </ac:spMkLst>
        </pc:spChg>
        <pc:spChg chg="mod">
          <ac:chgData name="Mario Aragón Valderrama" userId="ab42593c9091a3c7" providerId="LiveId" clId="{A94EC9C8-FC2E-45B4-829C-AEB6B286F687}" dt="2025-12-17T18:06:49.897" v="568" actId="208"/>
          <ac:spMkLst>
            <pc:docMk/>
            <pc:sldMk cId="0" sldId="269"/>
            <ac:spMk id="636" creationId="{00000000-0000-0000-0000-000000000000}"/>
          </ac:spMkLst>
        </pc:spChg>
        <pc:spChg chg="mod">
          <ac:chgData name="Mario Aragón Valderrama" userId="ab42593c9091a3c7" providerId="LiveId" clId="{A94EC9C8-FC2E-45B4-829C-AEB6B286F687}" dt="2025-12-17T18:09:13.147" v="780" actId="20577"/>
          <ac:spMkLst>
            <pc:docMk/>
            <pc:sldMk cId="0" sldId="269"/>
            <ac:spMk id="637" creationId="{00000000-0000-0000-0000-000000000000}"/>
          </ac:spMkLst>
        </pc:spChg>
        <pc:spChg chg="mod">
          <ac:chgData name="Mario Aragón Valderrama" userId="ab42593c9091a3c7" providerId="LiveId" clId="{A94EC9C8-FC2E-45B4-829C-AEB6B286F687}" dt="2025-12-17T18:09:46.437" v="793" actId="20577"/>
          <ac:spMkLst>
            <pc:docMk/>
            <pc:sldMk cId="0" sldId="269"/>
            <ac:spMk id="646" creationId="{00000000-0000-0000-0000-000000000000}"/>
          </ac:spMkLst>
        </pc:spChg>
        <pc:spChg chg="del mod">
          <ac:chgData name="Mario Aragón Valderrama" userId="ab42593c9091a3c7" providerId="LiveId" clId="{A94EC9C8-FC2E-45B4-829C-AEB6B286F687}" dt="2025-12-17T18:09:45.818" v="792" actId="478"/>
          <ac:spMkLst>
            <pc:docMk/>
            <pc:sldMk cId="0" sldId="269"/>
            <ac:spMk id="648" creationId="{00000000-0000-0000-0000-000000000000}"/>
          </ac:spMkLst>
        </pc:spChg>
        <pc:grpChg chg="add del mod">
          <ac:chgData name="Mario Aragón Valderrama" userId="ab42593c9091a3c7" providerId="LiveId" clId="{A94EC9C8-FC2E-45B4-829C-AEB6B286F687}" dt="2025-12-17T18:13:31.064" v="822" actId="478"/>
          <ac:grpSpMkLst>
            <pc:docMk/>
            <pc:sldMk cId="0" sldId="269"/>
            <ac:grpSpMk id="3" creationId="{5A89A149-BF97-CA2A-D95E-643460D8491E}"/>
          </ac:grpSpMkLst>
        </pc:grpChg>
        <pc:grpChg chg="add del mod">
          <ac:chgData name="Mario Aragón Valderrama" userId="ab42593c9091a3c7" providerId="LiveId" clId="{A94EC9C8-FC2E-45B4-829C-AEB6B286F687}" dt="2025-12-17T18:22:49.615" v="902" actId="478"/>
          <ac:grpSpMkLst>
            <pc:docMk/>
            <pc:sldMk cId="0" sldId="269"/>
            <ac:grpSpMk id="9" creationId="{20E66501-CBE8-6D7E-20F9-1EDCA21CCCAC}"/>
          </ac:grpSpMkLst>
        </pc:grpChg>
        <pc:grpChg chg="del mod">
          <ac:chgData name="Mario Aragón Valderrama" userId="ab42593c9091a3c7" providerId="LiveId" clId="{A94EC9C8-FC2E-45B4-829C-AEB6B286F687}" dt="2025-12-17T18:22:45.298" v="901" actId="478"/>
          <ac:grpSpMkLst>
            <pc:docMk/>
            <pc:sldMk cId="0" sldId="269"/>
            <ac:grpSpMk id="11" creationId="{278BDD88-8084-F4BF-C2C7-6FEC1766AD77}"/>
          </ac:grpSpMkLst>
        </pc:grpChg>
        <pc:grpChg chg="del">
          <ac:chgData name="Mario Aragón Valderrama" userId="ab42593c9091a3c7" providerId="LiveId" clId="{A94EC9C8-FC2E-45B4-829C-AEB6B286F687}" dt="2025-12-17T18:07:00.432" v="570" actId="478"/>
          <ac:grpSpMkLst>
            <pc:docMk/>
            <pc:sldMk cId="0" sldId="269"/>
            <ac:grpSpMk id="621" creationId="{00000000-0000-0000-0000-000000000000}"/>
          </ac:grpSpMkLst>
        </pc:grpChg>
        <pc:grpChg chg="mod">
          <ac:chgData name="Mario Aragón Valderrama" userId="ab42593c9091a3c7" providerId="LiveId" clId="{A94EC9C8-FC2E-45B4-829C-AEB6B286F687}" dt="2025-12-17T18:19:21.672" v="839" actId="1076"/>
          <ac:grpSpMkLst>
            <pc:docMk/>
            <pc:sldMk cId="0" sldId="269"/>
            <ac:grpSpMk id="630" creationId="{00000000-0000-0000-0000-000000000000}"/>
          </ac:grpSpMkLst>
        </pc:grpChg>
        <pc:grpChg chg="del mod">
          <ac:chgData name="Mario Aragón Valderrama" userId="ab42593c9091a3c7" providerId="LiveId" clId="{A94EC9C8-FC2E-45B4-829C-AEB6B286F687}" dt="2025-12-17T18:13:37.468" v="823" actId="478"/>
          <ac:grpSpMkLst>
            <pc:docMk/>
            <pc:sldMk cId="0" sldId="269"/>
            <ac:grpSpMk id="635" creationId="{00000000-0000-0000-0000-000000000000}"/>
          </ac:grpSpMkLst>
        </pc:grpChg>
        <pc:grpChg chg="del mod">
          <ac:chgData name="Mario Aragón Valderrama" userId="ab42593c9091a3c7" providerId="LiveId" clId="{A94EC9C8-FC2E-45B4-829C-AEB6B286F687}" dt="2025-12-17T18:09:47.183" v="794" actId="478"/>
          <ac:grpSpMkLst>
            <pc:docMk/>
            <pc:sldMk cId="0" sldId="269"/>
            <ac:grpSpMk id="638" creationId="{00000000-0000-0000-0000-000000000000}"/>
          </ac:grpSpMkLst>
        </pc:grpChg>
        <pc:grpChg chg="del mod">
          <ac:chgData name="Mario Aragón Valderrama" userId="ab42593c9091a3c7" providerId="LiveId" clId="{A94EC9C8-FC2E-45B4-829C-AEB6B286F687}" dt="2025-12-17T18:09:45.189" v="791" actId="478"/>
          <ac:grpSpMkLst>
            <pc:docMk/>
            <pc:sldMk cId="0" sldId="269"/>
            <ac:grpSpMk id="641" creationId="{00000000-0000-0000-0000-000000000000}"/>
          </ac:grpSpMkLst>
        </pc:grpChg>
        <pc:grpChg chg="del mod">
          <ac:chgData name="Mario Aragón Valderrama" userId="ab42593c9091a3c7" providerId="LiveId" clId="{A94EC9C8-FC2E-45B4-829C-AEB6B286F687}" dt="2025-12-17T18:09:47.873" v="795" actId="478"/>
          <ac:grpSpMkLst>
            <pc:docMk/>
            <pc:sldMk cId="0" sldId="269"/>
            <ac:grpSpMk id="644" creationId="{00000000-0000-0000-0000-000000000000}"/>
          </ac:grpSpMkLst>
        </pc:grpChg>
        <pc:graphicFrameChg chg="add del mod modGraphic">
          <ac:chgData name="Mario Aragón Valderrama" userId="ab42593c9091a3c7" providerId="LiveId" clId="{A94EC9C8-FC2E-45B4-829C-AEB6B286F687}" dt="2025-12-17T18:13:26.777" v="821" actId="478"/>
          <ac:graphicFrameMkLst>
            <pc:docMk/>
            <pc:sldMk cId="0" sldId="269"/>
            <ac:graphicFrameMk id="452" creationId="{00000000-0000-0000-0000-000000000000}"/>
          </ac:graphicFrameMkLst>
        </pc:graphicFrameChg>
        <pc:picChg chg="add mod modCrop">
          <ac:chgData name="Mario Aragón Valderrama" userId="ab42593c9091a3c7" providerId="LiveId" clId="{A94EC9C8-FC2E-45B4-829C-AEB6B286F687}" dt="2025-12-17T18:20:28.973" v="840" actId="732"/>
          <ac:picMkLst>
            <pc:docMk/>
            <pc:sldMk cId="0" sldId="269"/>
            <ac:picMk id="8" creationId="{8C95C62C-5D4A-FC95-0DFB-997E5B2FFFDE}"/>
          </ac:picMkLst>
        </pc:picChg>
        <pc:picChg chg="add mod">
          <ac:chgData name="Mario Aragón Valderrama" userId="ab42593c9091a3c7" providerId="LiveId" clId="{A94EC9C8-FC2E-45B4-829C-AEB6B286F687}" dt="2025-12-17T18:21:12.288" v="855" actId="1076"/>
          <ac:picMkLst>
            <pc:docMk/>
            <pc:sldMk cId="0" sldId="269"/>
            <ac:picMk id="15" creationId="{0BD2F1C5-A55C-570F-B75F-2D3BDC325838}"/>
          </ac:picMkLst>
        </pc:picChg>
      </pc:sldChg>
      <pc:sldChg chg="add">
        <pc:chgData name="Mario Aragón Valderrama" userId="ab42593c9091a3c7" providerId="LiveId" clId="{A94EC9C8-FC2E-45B4-829C-AEB6B286F687}" dt="2025-12-17T17:38:27.727" v="0"/>
        <pc:sldMkLst>
          <pc:docMk/>
          <pc:sldMk cId="0" sldId="270"/>
        </pc:sldMkLst>
      </pc:sldChg>
      <pc:sldChg chg="addSp delSp modSp add mod">
        <pc:chgData name="Mario Aragón Valderrama" userId="ab42593c9091a3c7" providerId="LiveId" clId="{A94EC9C8-FC2E-45B4-829C-AEB6B286F687}" dt="2025-12-17T21:54:26.079" v="1676"/>
        <pc:sldMkLst>
          <pc:docMk/>
          <pc:sldMk cId="0" sldId="272"/>
        </pc:sldMkLst>
        <pc:spChg chg="del">
          <ac:chgData name="Mario Aragón Valderrama" userId="ab42593c9091a3c7" providerId="LiveId" clId="{A94EC9C8-FC2E-45B4-829C-AEB6B286F687}" dt="2025-12-17T17:38:52.169" v="2" actId="478"/>
          <ac:spMkLst>
            <pc:docMk/>
            <pc:sldMk cId="0" sldId="272"/>
            <ac:spMk id="5" creationId="{00000000-0000-0000-0000-000000000000}"/>
          </ac:spMkLst>
        </pc:spChg>
        <pc:spChg chg="add mod">
          <ac:chgData name="Mario Aragón Valderrama" userId="ab42593c9091a3c7" providerId="LiveId" clId="{A94EC9C8-FC2E-45B4-829C-AEB6B286F687}" dt="2025-12-17T17:57:20.305" v="374" actId="1076"/>
          <ac:spMkLst>
            <pc:docMk/>
            <pc:sldMk cId="0" sldId="272"/>
            <ac:spMk id="6" creationId="{F56E9262-ACFE-8ADC-8AFE-6F44FF07DC25}"/>
          </ac:spMkLst>
        </pc:spChg>
        <pc:spChg chg="add mod">
          <ac:chgData name="Mario Aragón Valderrama" userId="ab42593c9091a3c7" providerId="LiveId" clId="{A94EC9C8-FC2E-45B4-829C-AEB6B286F687}" dt="2025-12-17T17:53:17.837" v="288" actId="1076"/>
          <ac:spMkLst>
            <pc:docMk/>
            <pc:sldMk cId="0" sldId="272"/>
            <ac:spMk id="7" creationId="{41CF5255-C740-6850-5A26-FF12DEAB1B77}"/>
          </ac:spMkLst>
        </pc:spChg>
        <pc:spChg chg="mod">
          <ac:chgData name="Mario Aragón Valderrama" userId="ab42593c9091a3c7" providerId="LiveId" clId="{A94EC9C8-FC2E-45B4-829C-AEB6B286F687}" dt="2025-12-17T17:53:04.486" v="285" actId="1076"/>
          <ac:spMkLst>
            <pc:docMk/>
            <pc:sldMk cId="0" sldId="272"/>
            <ac:spMk id="633" creationId="{00000000-0000-0000-0000-000000000000}"/>
          </ac:spMkLst>
        </pc:spChg>
        <pc:graphicFrameChg chg="mod modGraphic">
          <ac:chgData name="Mario Aragón Valderrama" userId="ab42593c9091a3c7" providerId="LiveId" clId="{A94EC9C8-FC2E-45B4-829C-AEB6B286F687}" dt="2025-12-17T17:58:10.007" v="377"/>
          <ac:graphicFrameMkLst>
            <pc:docMk/>
            <pc:sldMk cId="0" sldId="272"/>
            <ac:graphicFrameMk id="2" creationId="{00000000-0000-0000-0000-000000000000}"/>
          </ac:graphicFrameMkLst>
        </pc:graphicFrameChg>
        <pc:graphicFrameChg chg="add mod modGraphic">
          <ac:chgData name="Mario Aragón Valderrama" userId="ab42593c9091a3c7" providerId="LiveId" clId="{A94EC9C8-FC2E-45B4-829C-AEB6B286F687}" dt="2025-12-17T21:54:26.079" v="1676"/>
          <ac:graphicFrameMkLst>
            <pc:docMk/>
            <pc:sldMk cId="0" sldId="272"/>
            <ac:graphicFrameMk id="3" creationId="{82F91AD5-889D-682F-0188-17811BDC62E6}"/>
          </ac:graphicFrameMkLst>
        </pc:graphicFrameChg>
        <pc:graphicFrameChg chg="add del mod">
          <ac:chgData name="Mario Aragón Valderrama" userId="ab42593c9091a3c7" providerId="LiveId" clId="{A94EC9C8-FC2E-45B4-829C-AEB6B286F687}" dt="2025-12-17T21:53:48.515" v="1638" actId="478"/>
          <ac:graphicFrameMkLst>
            <pc:docMk/>
            <pc:sldMk cId="0" sldId="272"/>
            <ac:graphicFrameMk id="4" creationId="{4D662621-A338-7D20-AA1E-BFD4B8B7DAA0}"/>
          </ac:graphicFrameMkLst>
        </pc:graphicFrameChg>
        <pc:picChg chg="add del mod">
          <ac:chgData name="Mario Aragón Valderrama" userId="ab42593c9091a3c7" providerId="LiveId" clId="{A94EC9C8-FC2E-45B4-829C-AEB6B286F687}" dt="2025-12-17T17:53:01.714" v="284" actId="478"/>
          <ac:picMkLst>
            <pc:docMk/>
            <pc:sldMk cId="0" sldId="272"/>
            <ac:picMk id="4" creationId="{9A0F1519-2413-1DA1-142E-DEF83A534A25}"/>
          </ac:picMkLst>
        </pc:picChg>
        <pc:picChg chg="del mod">
          <ac:chgData name="Mario Aragón Valderrama" userId="ab42593c9091a3c7" providerId="LiveId" clId="{A94EC9C8-FC2E-45B4-829C-AEB6B286F687}" dt="2025-12-17T17:39:11.513" v="8" actId="478"/>
          <ac:picMkLst>
            <pc:docMk/>
            <pc:sldMk cId="0" sldId="272"/>
            <ac:picMk id="9" creationId="{00000000-0000-0000-0000-000000000000}"/>
          </ac:picMkLst>
        </pc:picChg>
      </pc:sldChg>
      <pc:sldChg chg="addSp modSp mod">
        <pc:chgData name="Mario Aragón Valderrama" userId="ab42593c9091a3c7" providerId="LiveId" clId="{A94EC9C8-FC2E-45B4-829C-AEB6B286F687}" dt="2025-12-17T21:55:30.187" v="1684" actId="1076"/>
        <pc:sldMkLst>
          <pc:docMk/>
          <pc:sldMk cId="0" sldId="296"/>
        </pc:sldMkLst>
        <pc:spChg chg="add mod">
          <ac:chgData name="Mario Aragón Valderrama" userId="ab42593c9091a3c7" providerId="LiveId" clId="{A94EC9C8-FC2E-45B4-829C-AEB6B286F687}" dt="2025-12-17T21:55:30.187" v="1684" actId="1076"/>
          <ac:spMkLst>
            <pc:docMk/>
            <pc:sldMk cId="0" sldId="296"/>
            <ac:spMk id="3" creationId="{70E38204-24A2-51F6-9008-1CAD6727006D}"/>
          </ac:spMkLst>
        </pc:spChg>
      </pc:sldChg>
      <pc:sldChg chg="del">
        <pc:chgData name="Mario Aragón Valderrama" userId="ab42593c9091a3c7" providerId="LiveId" clId="{A94EC9C8-FC2E-45B4-829C-AEB6B286F687}" dt="2025-12-17T21:53:02.878" v="1635" actId="47"/>
        <pc:sldMkLst>
          <pc:docMk/>
          <pc:sldMk cId="0" sldId="304"/>
        </pc:sldMkLst>
      </pc:sldChg>
      <pc:sldChg chg="addSp delSp modSp new del mod">
        <pc:chgData name="Mario Aragón Valderrama" userId="ab42593c9091a3c7" providerId="LiveId" clId="{A94EC9C8-FC2E-45B4-829C-AEB6B286F687}" dt="2025-12-17T21:54:41.921" v="1678" actId="47"/>
        <pc:sldMkLst>
          <pc:docMk/>
          <pc:sldMk cId="2064685130" sldId="306"/>
        </pc:sldMkLst>
        <pc:spChg chg="mod">
          <ac:chgData name="Mario Aragón Valderrama" userId="ab42593c9091a3c7" providerId="LiveId" clId="{A94EC9C8-FC2E-45B4-829C-AEB6B286F687}" dt="2025-12-17T18:00:55.316" v="396" actId="404"/>
          <ac:spMkLst>
            <pc:docMk/>
            <pc:sldMk cId="2064685130" sldId="306"/>
            <ac:spMk id="2" creationId="{7664BEB2-C413-4788-F1F1-D853AAD647A2}"/>
          </ac:spMkLst>
        </pc:spChg>
        <pc:spChg chg="add mod">
          <ac:chgData name="Mario Aragón Valderrama" userId="ab42593c9091a3c7" providerId="LiveId" clId="{A94EC9C8-FC2E-45B4-829C-AEB6B286F687}" dt="2025-12-17T18:02:49.396" v="522" actId="20577"/>
          <ac:spMkLst>
            <pc:docMk/>
            <pc:sldMk cId="2064685130" sldId="306"/>
            <ac:spMk id="3" creationId="{489A5488-CC41-AE3C-B15B-DDD529EAA282}"/>
          </ac:spMkLst>
        </pc:spChg>
        <pc:spChg chg="add del mod">
          <ac:chgData name="Mario Aragón Valderrama" userId="ab42593c9091a3c7" providerId="LiveId" clId="{A94EC9C8-FC2E-45B4-829C-AEB6B286F687}" dt="2025-12-17T18:03:32.484" v="556" actId="21"/>
          <ac:spMkLst>
            <pc:docMk/>
            <pc:sldMk cId="2064685130" sldId="306"/>
            <ac:spMk id="4" creationId="{14960C36-A145-E406-1CC2-C2B53FBBD01F}"/>
          </ac:spMkLst>
        </pc:spChg>
      </pc:sldChg>
      <pc:sldChg chg="addSp delSp modSp new del">
        <pc:chgData name="Mario Aragón Valderrama" userId="ab42593c9091a3c7" providerId="LiveId" clId="{A94EC9C8-FC2E-45B4-829C-AEB6B286F687}" dt="2025-12-17T21:54:37.485" v="1677" actId="47"/>
        <pc:sldMkLst>
          <pc:docMk/>
          <pc:sldMk cId="533820865" sldId="307"/>
        </pc:sldMkLst>
        <pc:spChg chg="del">
          <ac:chgData name="Mario Aragón Valderrama" userId="ab42593c9091a3c7" providerId="LiveId" clId="{A94EC9C8-FC2E-45B4-829C-AEB6B286F687}" dt="2025-12-17T18:03:35.578" v="558"/>
          <ac:spMkLst>
            <pc:docMk/>
            <pc:sldMk cId="533820865" sldId="307"/>
            <ac:spMk id="2" creationId="{0E0DCFEE-FF86-C692-7E90-5310EF0663E5}"/>
          </ac:spMkLst>
        </pc:spChg>
        <pc:spChg chg="add mod">
          <ac:chgData name="Mario Aragón Valderrama" userId="ab42593c9091a3c7" providerId="LiveId" clId="{A94EC9C8-FC2E-45B4-829C-AEB6B286F687}" dt="2025-12-17T18:03:35.578" v="558"/>
          <ac:spMkLst>
            <pc:docMk/>
            <pc:sldMk cId="533820865" sldId="307"/>
            <ac:spMk id="4" creationId="{14960C36-A145-E406-1CC2-C2B53FBBD01F}"/>
          </ac:spMkLst>
        </pc:spChg>
      </pc:sldChg>
      <pc:sldChg chg="add">
        <pc:chgData name="Mario Aragón Valderrama" userId="ab42593c9091a3c7" providerId="LiveId" clId="{A94EC9C8-FC2E-45B4-829C-AEB6B286F687}" dt="2025-12-17T22:24:16.669" v="1685"/>
        <pc:sldMkLst>
          <pc:docMk/>
          <pc:sldMk cId="4126854353" sldId="307"/>
        </pc:sldMkLst>
      </pc:sldChg>
      <pc:sldChg chg="add">
        <pc:chgData name="Mario Aragón Valderrama" userId="ab42593c9091a3c7" providerId="LiveId" clId="{A94EC9C8-FC2E-45B4-829C-AEB6B286F687}" dt="2025-12-17T21:52:57.376" v="1634"/>
        <pc:sldMkLst>
          <pc:docMk/>
          <pc:sldMk cId="0" sldId="308"/>
        </pc:sldMkLst>
      </pc:sldChg>
      <pc:sldChg chg="modSp new del">
        <pc:chgData name="Mario Aragón Valderrama" userId="ab42593c9091a3c7" providerId="LiveId" clId="{A94EC9C8-FC2E-45B4-829C-AEB6B286F687}" dt="2025-12-17T18:07:33.772" v="574" actId="47"/>
        <pc:sldMkLst>
          <pc:docMk/>
          <pc:sldMk cId="2801438337" sldId="308"/>
        </pc:sldMkLst>
        <pc:spChg chg="mod">
          <ac:chgData name="Mario Aragón Valderrama" userId="ab42593c9091a3c7" providerId="LiveId" clId="{A94EC9C8-FC2E-45B4-829C-AEB6B286F687}" dt="2025-12-17T18:03:48.692" v="560"/>
          <ac:spMkLst>
            <pc:docMk/>
            <pc:sldMk cId="2801438337" sldId="308"/>
            <ac:spMk id="2" creationId="{BAFE5815-9901-BFBE-F77F-98F480841E5B}"/>
          </ac:spMkLst>
        </pc:spChg>
      </pc:sldChg>
      <pc:sldChg chg="add">
        <pc:chgData name="Mario Aragón Valderrama" userId="ab42593c9091a3c7" providerId="LiveId" clId="{A94EC9C8-FC2E-45B4-829C-AEB6B286F687}" dt="2025-12-17T21:53:11.533" v="1636"/>
        <pc:sldMkLst>
          <pc:docMk/>
          <pc:sldMk cId="3136901332" sldId="309"/>
        </pc:sldMkLst>
      </pc:sldChg>
    </pc:docChg>
  </pc:docChgLst>
  <pc:docChgLst>
    <pc:chgData name="Siling G" userId="c2e56b80bdc69756" providerId="LiveId" clId="{859C0A22-8DA0-4BA7-A145-D80F1A202593}"/>
    <pc:docChg chg="undo redo custSel delSld modSld">
      <pc:chgData name="Siling G" userId="c2e56b80bdc69756" providerId="LiveId" clId="{859C0A22-8DA0-4BA7-A145-D80F1A202593}" dt="2025-12-18T00:04:43.021" v="624" actId="122"/>
      <pc:docMkLst>
        <pc:docMk/>
      </pc:docMkLst>
      <pc:sldChg chg="del">
        <pc:chgData name="Siling G" userId="c2e56b80bdc69756" providerId="LiveId" clId="{859C0A22-8DA0-4BA7-A145-D80F1A202593}" dt="2025-12-18T00:02:01.205" v="612" actId="47"/>
        <pc:sldMkLst>
          <pc:docMk/>
          <pc:sldMk cId="0" sldId="269"/>
        </pc:sldMkLst>
      </pc:sldChg>
      <pc:sldChg chg="del">
        <pc:chgData name="Siling G" userId="c2e56b80bdc69756" providerId="LiveId" clId="{859C0A22-8DA0-4BA7-A145-D80F1A202593}" dt="2025-12-18T00:02:01.205" v="612" actId="47"/>
        <pc:sldMkLst>
          <pc:docMk/>
          <pc:sldMk cId="0" sldId="270"/>
        </pc:sldMkLst>
      </pc:sldChg>
      <pc:sldChg chg="del">
        <pc:chgData name="Siling G" userId="c2e56b80bdc69756" providerId="LiveId" clId="{859C0A22-8DA0-4BA7-A145-D80F1A202593}" dt="2025-12-18T00:02:01.205" v="612" actId="47"/>
        <pc:sldMkLst>
          <pc:docMk/>
          <pc:sldMk cId="0" sldId="272"/>
        </pc:sldMkLst>
      </pc:sldChg>
      <pc:sldChg chg="del">
        <pc:chgData name="Siling G" userId="c2e56b80bdc69756" providerId="LiveId" clId="{859C0A22-8DA0-4BA7-A145-D80F1A202593}" dt="2025-12-18T00:02:01.205" v="612" actId="47"/>
        <pc:sldMkLst>
          <pc:docMk/>
          <pc:sldMk cId="0" sldId="285"/>
        </pc:sldMkLst>
      </pc:sldChg>
      <pc:sldChg chg="del">
        <pc:chgData name="Siling G" userId="c2e56b80bdc69756" providerId="LiveId" clId="{859C0A22-8DA0-4BA7-A145-D80F1A202593}" dt="2025-12-18T00:02:01.205" v="612" actId="47"/>
        <pc:sldMkLst>
          <pc:docMk/>
          <pc:sldMk cId="0" sldId="293"/>
        </pc:sldMkLst>
      </pc:sldChg>
      <pc:sldChg chg="del">
        <pc:chgData name="Siling G" userId="c2e56b80bdc69756" providerId="LiveId" clId="{859C0A22-8DA0-4BA7-A145-D80F1A202593}" dt="2025-12-18T00:02:01.205" v="612" actId="47"/>
        <pc:sldMkLst>
          <pc:docMk/>
          <pc:sldMk cId="0" sldId="296"/>
        </pc:sldMkLst>
      </pc:sldChg>
      <pc:sldChg chg="del">
        <pc:chgData name="Siling G" userId="c2e56b80bdc69756" providerId="LiveId" clId="{859C0A22-8DA0-4BA7-A145-D80F1A202593}" dt="2025-12-18T00:02:01.205" v="612" actId="47"/>
        <pc:sldMkLst>
          <pc:docMk/>
          <pc:sldMk cId="0" sldId="299"/>
        </pc:sldMkLst>
      </pc:sldChg>
      <pc:sldChg chg="del">
        <pc:chgData name="Siling G" userId="c2e56b80bdc69756" providerId="LiveId" clId="{859C0A22-8DA0-4BA7-A145-D80F1A202593}" dt="2025-12-18T00:02:01.205" v="612" actId="47"/>
        <pc:sldMkLst>
          <pc:docMk/>
          <pc:sldMk cId="0" sldId="301"/>
        </pc:sldMkLst>
      </pc:sldChg>
      <pc:sldChg chg="del">
        <pc:chgData name="Siling G" userId="c2e56b80bdc69756" providerId="LiveId" clId="{859C0A22-8DA0-4BA7-A145-D80F1A202593}" dt="2025-12-18T00:02:01.205" v="612" actId="47"/>
        <pc:sldMkLst>
          <pc:docMk/>
          <pc:sldMk cId="0" sldId="302"/>
        </pc:sldMkLst>
      </pc:sldChg>
      <pc:sldChg chg="del">
        <pc:chgData name="Siling G" userId="c2e56b80bdc69756" providerId="LiveId" clId="{859C0A22-8DA0-4BA7-A145-D80F1A202593}" dt="2025-12-18T00:02:01.205" v="612" actId="47"/>
        <pc:sldMkLst>
          <pc:docMk/>
          <pc:sldMk cId="0" sldId="303"/>
        </pc:sldMkLst>
      </pc:sldChg>
      <pc:sldChg chg="addSp delSp modSp mod">
        <pc:chgData name="Siling G" userId="c2e56b80bdc69756" providerId="LiveId" clId="{859C0A22-8DA0-4BA7-A145-D80F1A202593}" dt="2025-12-18T00:04:43.021" v="624" actId="122"/>
        <pc:sldMkLst>
          <pc:docMk/>
          <pc:sldMk cId="0" sldId="305"/>
        </pc:sldMkLst>
        <pc:spChg chg="add del mod">
          <ac:chgData name="Siling G" userId="c2e56b80bdc69756" providerId="LiveId" clId="{859C0A22-8DA0-4BA7-A145-D80F1A202593}" dt="2025-12-17T23:25:16.728" v="9" actId="478"/>
          <ac:spMkLst>
            <pc:docMk/>
            <pc:sldMk cId="0" sldId="305"/>
            <ac:spMk id="3" creationId="{9F529A7B-D246-CFE0-F7FB-1515A78B81B7}"/>
          </ac:spMkLst>
        </pc:spChg>
        <pc:spChg chg="del mod">
          <ac:chgData name="Siling G" userId="c2e56b80bdc69756" providerId="LiveId" clId="{859C0A22-8DA0-4BA7-A145-D80F1A202593}" dt="2025-12-17T23:25:18.971" v="10" actId="478"/>
          <ac:spMkLst>
            <pc:docMk/>
            <pc:sldMk cId="0" sldId="305"/>
            <ac:spMk id="4" creationId="{00000000-0000-0000-0000-000000000000}"/>
          </ac:spMkLst>
        </pc:spChg>
        <pc:spChg chg="add del">
          <ac:chgData name="Siling G" userId="c2e56b80bdc69756" providerId="LiveId" clId="{859C0A22-8DA0-4BA7-A145-D80F1A202593}" dt="2025-12-17T23:30:09.978" v="72" actId="11529"/>
          <ac:spMkLst>
            <pc:docMk/>
            <pc:sldMk cId="0" sldId="305"/>
            <ac:spMk id="8" creationId="{3FA38711-6950-4692-F843-CC45CC061A19}"/>
          </ac:spMkLst>
        </pc:spChg>
        <pc:spChg chg="add del mod">
          <ac:chgData name="Siling G" userId="c2e56b80bdc69756" providerId="LiveId" clId="{859C0A22-8DA0-4BA7-A145-D80F1A202593}" dt="2025-12-17T23:32:15.605" v="90" actId="478"/>
          <ac:spMkLst>
            <pc:docMk/>
            <pc:sldMk cId="0" sldId="305"/>
            <ac:spMk id="9" creationId="{4FD39E44-C27E-67FF-4CBB-F05AA59308F3}"/>
          </ac:spMkLst>
        </pc:spChg>
        <pc:spChg chg="add mod">
          <ac:chgData name="Siling G" userId="c2e56b80bdc69756" providerId="LiveId" clId="{859C0A22-8DA0-4BA7-A145-D80F1A202593}" dt="2025-12-18T00:01:25.070" v="611" actId="14100"/>
          <ac:spMkLst>
            <pc:docMk/>
            <pc:sldMk cId="0" sldId="305"/>
            <ac:spMk id="10" creationId="{2FF584A2-B77B-3C14-D5EB-08DD5C7E88EC}"/>
          </ac:spMkLst>
        </pc:spChg>
        <pc:spChg chg="add mod">
          <ac:chgData name="Siling G" userId="c2e56b80bdc69756" providerId="LiveId" clId="{859C0A22-8DA0-4BA7-A145-D80F1A202593}" dt="2025-12-18T00:01:14.962" v="609" actId="1036"/>
          <ac:spMkLst>
            <pc:docMk/>
            <pc:sldMk cId="0" sldId="305"/>
            <ac:spMk id="11" creationId="{783CB495-0D61-9100-BEC0-44F000DBCD89}"/>
          </ac:spMkLst>
        </pc:spChg>
        <pc:spChg chg="add del mod">
          <ac:chgData name="Siling G" userId="c2e56b80bdc69756" providerId="LiveId" clId="{859C0A22-8DA0-4BA7-A145-D80F1A202593}" dt="2025-12-17T23:36:39.015" v="233" actId="22"/>
          <ac:spMkLst>
            <pc:docMk/>
            <pc:sldMk cId="0" sldId="305"/>
            <ac:spMk id="13" creationId="{4A62F54F-EBAA-2F59-1DF2-2539D598B3EA}"/>
          </ac:spMkLst>
        </pc:spChg>
        <pc:spChg chg="add mod">
          <ac:chgData name="Siling G" userId="c2e56b80bdc69756" providerId="LiveId" clId="{859C0A22-8DA0-4BA7-A145-D80F1A202593}" dt="2025-12-18T00:00:28.060" v="589" actId="20577"/>
          <ac:spMkLst>
            <pc:docMk/>
            <pc:sldMk cId="0" sldId="305"/>
            <ac:spMk id="14" creationId="{99241E01-7B13-9593-A18A-B4E50F3BEBEE}"/>
          </ac:spMkLst>
        </pc:spChg>
        <pc:spChg chg="add mod">
          <ac:chgData name="Siling G" userId="c2e56b80bdc69756" providerId="LiveId" clId="{859C0A22-8DA0-4BA7-A145-D80F1A202593}" dt="2025-12-17T23:51:46.077" v="510" actId="1037"/>
          <ac:spMkLst>
            <pc:docMk/>
            <pc:sldMk cId="0" sldId="305"/>
            <ac:spMk id="16" creationId="{E047B6D7-06FD-C449-B972-3B5927DD97A6}"/>
          </ac:spMkLst>
        </pc:spChg>
        <pc:spChg chg="add del">
          <ac:chgData name="Siling G" userId="c2e56b80bdc69756" providerId="LiveId" clId="{859C0A22-8DA0-4BA7-A145-D80F1A202593}" dt="2025-12-17T23:43:07.669" v="327" actId="22"/>
          <ac:spMkLst>
            <pc:docMk/>
            <pc:sldMk cId="0" sldId="305"/>
            <ac:spMk id="18" creationId="{3E4486D3-8707-BE79-4D89-B9721FEDD8A4}"/>
          </ac:spMkLst>
        </pc:spChg>
        <pc:spChg chg="add mod">
          <ac:chgData name="Siling G" userId="c2e56b80bdc69756" providerId="LiveId" clId="{859C0A22-8DA0-4BA7-A145-D80F1A202593}" dt="2025-12-18T00:02:30.958" v="617" actId="1076"/>
          <ac:spMkLst>
            <pc:docMk/>
            <pc:sldMk cId="0" sldId="305"/>
            <ac:spMk id="20" creationId="{8DCD8829-0F51-68DC-822C-03C2F66E7182}"/>
          </ac:spMkLst>
        </pc:spChg>
        <pc:spChg chg="add del">
          <ac:chgData name="Siling G" userId="c2e56b80bdc69756" providerId="LiveId" clId="{859C0A22-8DA0-4BA7-A145-D80F1A202593}" dt="2025-12-17T23:51:12.819" v="467" actId="22"/>
          <ac:spMkLst>
            <pc:docMk/>
            <pc:sldMk cId="0" sldId="305"/>
            <ac:spMk id="22" creationId="{3505BE0C-EC42-DB6F-14FC-0600E239C9AC}"/>
          </ac:spMkLst>
        </pc:spChg>
        <pc:spChg chg="add mod">
          <ac:chgData name="Siling G" userId="c2e56b80bdc69756" providerId="LiveId" clId="{859C0A22-8DA0-4BA7-A145-D80F1A202593}" dt="2025-12-18T00:01:08.132" v="608" actId="1076"/>
          <ac:spMkLst>
            <pc:docMk/>
            <pc:sldMk cId="0" sldId="305"/>
            <ac:spMk id="23" creationId="{87F426F2-9742-E47F-1C82-EE2DD2D91522}"/>
          </ac:spMkLst>
        </pc:spChg>
        <pc:spChg chg="add del">
          <ac:chgData name="Siling G" userId="c2e56b80bdc69756" providerId="LiveId" clId="{859C0A22-8DA0-4BA7-A145-D80F1A202593}" dt="2025-12-17T23:56:41.852" v="547" actId="478"/>
          <ac:spMkLst>
            <pc:docMk/>
            <pc:sldMk cId="0" sldId="305"/>
            <ac:spMk id="24" creationId="{E5691445-027F-B0BC-28E7-0F8719FA685F}"/>
          </ac:spMkLst>
        </pc:spChg>
        <pc:spChg chg="add mod">
          <ac:chgData name="Siling G" userId="c2e56b80bdc69756" providerId="LiveId" clId="{859C0A22-8DA0-4BA7-A145-D80F1A202593}" dt="2025-12-17T23:59:08.216" v="570" actId="1076"/>
          <ac:spMkLst>
            <pc:docMk/>
            <pc:sldMk cId="0" sldId="305"/>
            <ac:spMk id="26" creationId="{1E7BE60D-5EB1-C603-B1CD-DBBA34683DD5}"/>
          </ac:spMkLst>
        </pc:spChg>
        <pc:graphicFrameChg chg="add del modGraphic">
          <ac:chgData name="Siling G" userId="c2e56b80bdc69756" providerId="LiveId" clId="{859C0A22-8DA0-4BA7-A145-D80F1A202593}" dt="2025-12-17T23:07:14.426" v="8" actId="478"/>
          <ac:graphicFrameMkLst>
            <pc:docMk/>
            <pc:sldMk cId="0" sldId="305"/>
            <ac:graphicFrameMk id="5" creationId="{0FCCE0AA-7A85-7470-80D4-9D63ABE7DBEB}"/>
          </ac:graphicFrameMkLst>
        </pc:graphicFrameChg>
        <pc:graphicFrameChg chg="add mod">
          <ac:chgData name="Siling G" userId="c2e56b80bdc69756" providerId="LiveId" clId="{859C0A22-8DA0-4BA7-A145-D80F1A202593}" dt="2025-12-17T23:25:20.189" v="11"/>
          <ac:graphicFrameMkLst>
            <pc:docMk/>
            <pc:sldMk cId="0" sldId="305"/>
            <ac:graphicFrameMk id="6" creationId="{54D44F01-0CA4-0D0D-B281-975C64EBA49C}"/>
          </ac:graphicFrameMkLst>
        </pc:graphicFrameChg>
        <pc:graphicFrameChg chg="add mod modGraphic">
          <ac:chgData name="Siling G" userId="c2e56b80bdc69756" providerId="LiveId" clId="{859C0A22-8DA0-4BA7-A145-D80F1A202593}" dt="2025-12-18T00:04:43.021" v="624" actId="122"/>
          <ac:graphicFrameMkLst>
            <pc:docMk/>
            <pc:sldMk cId="0" sldId="305"/>
            <ac:graphicFrameMk id="7" creationId="{E12A9E3B-D459-FB89-245D-F9C30C0A0527}"/>
          </ac:graphicFrameMkLst>
        </pc:graphicFrameChg>
      </pc:sldChg>
      <pc:sldChg chg="del">
        <pc:chgData name="Siling G" userId="c2e56b80bdc69756" providerId="LiveId" clId="{859C0A22-8DA0-4BA7-A145-D80F1A202593}" dt="2025-12-18T00:02:01.205" v="612" actId="47"/>
        <pc:sldMkLst>
          <pc:docMk/>
          <pc:sldMk cId="4126854353" sldId="307"/>
        </pc:sldMkLst>
      </pc:sldChg>
      <pc:sldChg chg="del">
        <pc:chgData name="Siling G" userId="c2e56b80bdc69756" providerId="LiveId" clId="{859C0A22-8DA0-4BA7-A145-D80F1A202593}" dt="2025-12-18T00:02:01.205" v="612" actId="47"/>
        <pc:sldMkLst>
          <pc:docMk/>
          <pc:sldMk cId="0" sldId="308"/>
        </pc:sldMkLst>
      </pc:sldChg>
      <pc:sldChg chg="del">
        <pc:chgData name="Siling G" userId="c2e56b80bdc69756" providerId="LiveId" clId="{859C0A22-8DA0-4BA7-A145-D80F1A202593}" dt="2025-12-18T00:02:03.468" v="613" actId="47"/>
        <pc:sldMkLst>
          <pc:docMk/>
          <pc:sldMk cId="3136901332" sldId="309"/>
        </pc:sldMkLst>
      </pc:sldChg>
      <pc:sldMasterChg chg="delSldLayout">
        <pc:chgData name="Siling G" userId="c2e56b80bdc69756" providerId="LiveId" clId="{859C0A22-8DA0-4BA7-A145-D80F1A202593}" dt="2025-12-18T00:02:01.205" v="612" actId="47"/>
        <pc:sldMasterMkLst>
          <pc:docMk/>
          <pc:sldMasterMk cId="0" sldId="2147483648"/>
        </pc:sldMasterMkLst>
        <pc:sldLayoutChg chg="del">
          <pc:chgData name="Siling G" userId="c2e56b80bdc69756" providerId="LiveId" clId="{859C0A22-8DA0-4BA7-A145-D80F1A202593}" dt="2025-12-18T00:02:01.205" v="612" actId="47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5" name="Google Shape;35;p6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36" name="Google Shape;36;p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7" name="Google Shape;37;p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811975" y="2001200"/>
            <a:ext cx="4294800" cy="22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811975" y="101722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2" name="Google Shape;42;p7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43" name="Google Shape;43;p7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4" name="Google Shape;44;p7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7" name="Google Shape;47;p8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48" name="Google Shape;48;p8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9" name="Google Shape;49;p8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53" name="Google Shape;53;p9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54" name="Google Shape;54;p9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5" name="Google Shape;55;p9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03775"/>
            <a:ext cx="6576000" cy="16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62" name="Google Shape;62;p11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63" name="Google Shape;63;p11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4" name="Google Shape;64;p11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6"/>
          <p:cNvGrpSpPr/>
          <p:nvPr/>
        </p:nvGrpSpPr>
        <p:grpSpPr>
          <a:xfrm rot="10800000">
            <a:off x="0" y="4830900"/>
            <a:ext cx="9144000" cy="312600"/>
            <a:chOff x="0" y="0"/>
            <a:chExt cx="9144000" cy="312600"/>
          </a:xfrm>
        </p:grpSpPr>
        <p:sp>
          <p:nvSpPr>
            <p:cNvPr id="96" name="Google Shape;96;p1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Mejores modelos i métodos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2A9E3B-D459-FB89-245D-F9C30C0A0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617102"/>
              </p:ext>
            </p:extLst>
          </p:nvPr>
        </p:nvGraphicFramePr>
        <p:xfrm>
          <a:off x="1295399" y="1238249"/>
          <a:ext cx="6381752" cy="2381250"/>
        </p:xfrm>
        <a:graphic>
          <a:graphicData uri="http://schemas.openxmlformats.org/drawingml/2006/table">
            <a:tbl>
              <a:tblPr/>
              <a:tblGrid>
                <a:gridCol w="1511044">
                  <a:extLst>
                    <a:ext uri="{9D8B030D-6E8A-4147-A177-3AD203B41FA5}">
                      <a16:colId xmlns:a16="http://schemas.microsoft.com/office/drawing/2014/main" val="3267537011"/>
                    </a:ext>
                  </a:extLst>
                </a:gridCol>
                <a:gridCol w="1217677">
                  <a:extLst>
                    <a:ext uri="{9D8B030D-6E8A-4147-A177-3AD203B41FA5}">
                      <a16:colId xmlns:a16="http://schemas.microsoft.com/office/drawing/2014/main" val="582213639"/>
                    </a:ext>
                  </a:extLst>
                </a:gridCol>
                <a:gridCol w="1217677">
                  <a:extLst>
                    <a:ext uri="{9D8B030D-6E8A-4147-A177-3AD203B41FA5}">
                      <a16:colId xmlns:a16="http://schemas.microsoft.com/office/drawing/2014/main" val="613312455"/>
                    </a:ext>
                  </a:extLst>
                </a:gridCol>
                <a:gridCol w="1217677">
                  <a:extLst>
                    <a:ext uri="{9D8B030D-6E8A-4147-A177-3AD203B41FA5}">
                      <a16:colId xmlns:a16="http://schemas.microsoft.com/office/drawing/2014/main" val="2896375490"/>
                    </a:ext>
                  </a:extLst>
                </a:gridCol>
                <a:gridCol w="1217677">
                  <a:extLst>
                    <a:ext uri="{9D8B030D-6E8A-4147-A177-3AD203B41FA5}">
                      <a16:colId xmlns:a16="http://schemas.microsoft.com/office/drawing/2014/main" val="2905803965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GLM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048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XGBoost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048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637809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train2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test2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train2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test2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117686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 err="1">
                          <a:solidFill>
                            <a:srgbClr val="10486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Error_rate</a:t>
                      </a:r>
                      <a:endParaRPr lang="en-US" sz="1400" b="1" i="0" u="none" strike="noStrike" dirty="0">
                        <a:solidFill>
                          <a:srgbClr val="10486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0.3273469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0.3273469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0.277551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0.2914286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12613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10486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Accuracy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0.6726531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0.6738095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0.722449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0.7085714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535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10486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Precision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0.3516373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0.3549884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0.3984632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0.4025641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54444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dirty="0" err="1">
                          <a:solidFill>
                            <a:srgbClr val="10486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Recall_Sensitivity</a:t>
                      </a:r>
                      <a:endParaRPr lang="en-US" sz="1300" b="1" i="0" u="none" strike="noStrike" dirty="0">
                        <a:solidFill>
                          <a:srgbClr val="10486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0.6876847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0.7034483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0.7333333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0.6826087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15911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10486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Specificity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0.6687259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0.6660661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0.7196931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0.7158537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33022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10486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F1_Score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0.4653333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0.4718581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0.5163585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0.5064516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409001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2FF584A2-B77B-3C14-D5EB-08DD5C7E88EC}"/>
              </a:ext>
            </a:extLst>
          </p:cNvPr>
          <p:cNvSpPr txBox="1"/>
          <p:nvPr/>
        </p:nvSpPr>
        <p:spPr>
          <a:xfrm>
            <a:off x="5238750" y="3971708"/>
            <a:ext cx="2438402" cy="954107"/>
          </a:xfrm>
          <a:prstGeom prst="rect">
            <a:avLst/>
          </a:prstGeom>
          <a:solidFill>
            <a:srgbClr val="CCFFCC"/>
          </a:solidFill>
          <a:ln>
            <a:solidFill>
              <a:srgbClr val="34EC4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Mejor</a:t>
            </a:r>
            <a:r>
              <a:rPr lang="en-US" altLang="zh-CN" dirty="0">
                <a:solidFill>
                  <a:schemeClr val="tx1"/>
                </a:solidFill>
              </a:rPr>
              <a:t> accuracy</a:t>
            </a:r>
          </a:p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Mejor</a:t>
            </a:r>
            <a:r>
              <a:rPr lang="en-US" altLang="zh-CN" dirty="0">
                <a:solidFill>
                  <a:schemeClr val="tx1"/>
                </a:solidFill>
              </a:rPr>
              <a:t> specificity</a:t>
            </a:r>
          </a:p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Mejor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err="1">
                <a:solidFill>
                  <a:schemeClr val="tx1"/>
                </a:solidFill>
              </a:rPr>
              <a:t>en</a:t>
            </a:r>
            <a:r>
              <a:rPr lang="en-US" altLang="zh-CN" dirty="0">
                <a:solidFill>
                  <a:schemeClr val="tx1"/>
                </a:solidFill>
              </a:rPr>
              <a:t> general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F1 </a:t>
            </a:r>
            <a:r>
              <a:rPr lang="en-US" altLang="zh-CN" dirty="0" err="1">
                <a:solidFill>
                  <a:schemeClr val="tx1"/>
                </a:solidFill>
              </a:rPr>
              <a:t>más</a:t>
            </a:r>
            <a:r>
              <a:rPr lang="en-US" altLang="zh-CN" dirty="0">
                <a:solidFill>
                  <a:schemeClr val="tx1"/>
                </a:solidFill>
              </a:rPr>
              <a:t> alto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3CB495-0D61-9100-BEC0-44F000DBCD89}"/>
              </a:ext>
            </a:extLst>
          </p:cNvPr>
          <p:cNvSpPr txBox="1"/>
          <p:nvPr/>
        </p:nvSpPr>
        <p:spPr>
          <a:xfrm>
            <a:off x="2790826" y="3971708"/>
            <a:ext cx="2447924" cy="307777"/>
          </a:xfrm>
          <a:prstGeom prst="rect">
            <a:avLst/>
          </a:prstGeom>
          <a:solidFill>
            <a:srgbClr val="CCFFCC"/>
          </a:solidFill>
          <a:ln>
            <a:solidFill>
              <a:srgbClr val="34EC4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M</a:t>
            </a:r>
            <a:r>
              <a:rPr lang="es-ES" altLang="zh-CN" dirty="0" err="1"/>
              <a:t>ás</a:t>
            </a:r>
            <a:r>
              <a:rPr lang="es-ES" altLang="zh-CN" dirty="0"/>
              <a:t> económico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9241E01-7B13-9593-A18A-B4E50F3BEBEE}"/>
              </a:ext>
            </a:extLst>
          </p:cNvPr>
          <p:cNvSpPr txBox="1"/>
          <p:nvPr/>
        </p:nvSpPr>
        <p:spPr>
          <a:xfrm>
            <a:off x="7453004" y="1783548"/>
            <a:ext cx="4482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altLang="zh-CN" sz="2000" dirty="0"/>
              <a:t> 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altLang="zh-CN" sz="2000" dirty="0"/>
              <a:t> 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altLang="zh-CN" sz="2000" dirty="0"/>
              <a:t> 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047B6D7-06FD-C449-B972-3B5927DD97A6}"/>
              </a:ext>
            </a:extLst>
          </p:cNvPr>
          <p:cNvSpPr txBox="1"/>
          <p:nvPr/>
        </p:nvSpPr>
        <p:spPr>
          <a:xfrm>
            <a:off x="7453004" y="2925260"/>
            <a:ext cx="711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altLang="zh-CN" sz="2000" dirty="0"/>
              <a:t> 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altLang="zh-CN" sz="2000" dirty="0"/>
              <a:t>  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DCD8829-0F51-68DC-822C-03C2F66E7182}"/>
              </a:ext>
            </a:extLst>
          </p:cNvPr>
          <p:cNvSpPr txBox="1"/>
          <p:nvPr/>
        </p:nvSpPr>
        <p:spPr>
          <a:xfrm>
            <a:off x="4981003" y="2740594"/>
            <a:ext cx="711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Lucida Console" panose="020B0609040504020204" pitchFamily="49" charset="0"/>
              </a:rPr>
              <a:t>🤔</a:t>
            </a:r>
            <a:endParaRPr lang="zh-CN" altLang="en-US" sz="18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7F426F2-9742-E47F-1C82-EE2DD2D91522}"/>
              </a:ext>
            </a:extLst>
          </p:cNvPr>
          <p:cNvSpPr txBox="1"/>
          <p:nvPr/>
        </p:nvSpPr>
        <p:spPr>
          <a:xfrm>
            <a:off x="2790826" y="3642019"/>
            <a:ext cx="4886325" cy="30777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Recall_Sensitivity</a:t>
            </a:r>
            <a:r>
              <a:rPr lang="en-US" altLang="zh-CN" dirty="0"/>
              <a:t> </a:t>
            </a:r>
            <a:r>
              <a:rPr lang="en-US" altLang="zh-CN" dirty="0" err="1"/>
              <a:t>similares</a:t>
            </a:r>
            <a:endParaRPr lang="en-US" altLang="zh-CN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E7BE60D-5EB1-C603-B1CD-DBBA34683DD5}"/>
              </a:ext>
            </a:extLst>
          </p:cNvPr>
          <p:cNvSpPr txBox="1"/>
          <p:nvPr/>
        </p:nvSpPr>
        <p:spPr>
          <a:xfrm>
            <a:off x="6817143" y="1019675"/>
            <a:ext cx="4626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cle Diagrams Theme for a Business Plan by Slidesgo">
  <a:themeElements>
    <a:clrScheme name="Simple Light">
      <a:dk1>
        <a:srgbClr val="1B1B1B"/>
      </a:dk1>
      <a:lt1>
        <a:srgbClr val="FAFAFA"/>
      </a:lt1>
      <a:dk2>
        <a:srgbClr val="374768"/>
      </a:dk2>
      <a:lt2>
        <a:srgbClr val="43567F"/>
      </a:lt2>
      <a:accent1>
        <a:srgbClr val="9BACCA"/>
      </a:accent1>
      <a:accent2>
        <a:srgbClr val="C2CDE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B1B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129</TotalTime>
  <Words>70</Words>
  <Application>Microsoft Office PowerPoint</Application>
  <PresentationFormat>全屏显示(16:9)</PresentationFormat>
  <Paragraphs>50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Libre Franklin</vt:lpstr>
      <vt:lpstr>Wingdings</vt:lpstr>
      <vt:lpstr>Poppins</vt:lpstr>
      <vt:lpstr>Didact Gothic</vt:lpstr>
      <vt:lpstr>Lucida Console</vt:lpstr>
      <vt:lpstr>Arial</vt:lpstr>
      <vt:lpstr>Cycle Diagrams Theme for a Business Plan by Slidesgo</vt:lpstr>
      <vt:lpstr>Mejores modelos i métodos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clasificación  GRUPO 5</dc:title>
  <dc:creator>Mario Aragón Valderrama</dc:creator>
  <cp:lastModifiedBy>Siling G</cp:lastModifiedBy>
  <cp:revision>29</cp:revision>
  <dcterms:created xsi:type="dcterms:W3CDTF">2025-12-15T06:46:00Z</dcterms:created>
  <dcterms:modified xsi:type="dcterms:W3CDTF">2025-12-18T00:04:44Z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060FF5A1F8DE40999C85C594E7927946_12</vt:lpwstr>
  </property>
  <property fmtid="{D5CDD505-2E9C-101B-9397-08002B2CF9AE}" pid="3" name="KSOProductBuildVer">
    <vt:lpwstr>2052-12.1.0.24034</vt:lpwstr>
  </property>
</Properties>
</file>