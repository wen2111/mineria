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305" r:id="rId2"/>
  </p:sldIdLst>
  <p:sldSz cx="9144000" cy="5143500" type="screen16x9"/>
  <p:notesSz cx="6858000" cy="9144000"/>
  <p:embeddedFontLst>
    <p:embeddedFont>
      <p:font typeface="Didact Gothic" panose="00000500000000000000" pitchFamily="2" charset="0"/>
      <p:regular r:id="rId4"/>
    </p:embeddedFont>
    <p:embeddedFont>
      <p:font typeface="Libre Franklin" pitchFamily="2" charset="0"/>
      <p:regular r:id="rId5"/>
      <p:bold r:id="rId6"/>
      <p:italic r:id="rId7"/>
      <p:boldItalic r:id="rId8"/>
    </p:embeddedFont>
    <p:embeddedFont>
      <p:font typeface="Lucida Console" panose="020B0609040504020204" pitchFamily="49" charset="0"/>
      <p:regular r:id="rId9"/>
    </p:embeddedFont>
    <p:embeddedFont>
      <p:font typeface="Poppins" panose="00000500000000000000" pitchFamily="2" charset="0"/>
      <p:regular r:id="rId10"/>
      <p:bold r:id="rId11"/>
      <p:italic r:id="rId12"/>
      <p:boldItalic r:id="rId13"/>
    </p:embeddedFont>
    <p:embeddedFont>
      <p:font typeface="等线" panose="02010600030101010101" pitchFamily="2" charset="-122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EC4A"/>
    <a:srgbClr val="99FF66"/>
    <a:srgbClr val="CCFFCC"/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88" autoAdjust="0"/>
    <p:restoredTop sz="94668"/>
  </p:normalViewPr>
  <p:slideViewPr>
    <p:cSldViewPr snapToGrid="0">
      <p:cViewPr>
        <p:scale>
          <a:sx n="100" d="100"/>
          <a:sy n="100" d="100"/>
        </p:scale>
        <p:origin x="894" y="-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21" Type="http://schemas.microsoft.com/office/2016/11/relationships/changesInfo" Target="changesInfos/changesInfo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  <pc:docChgLst>
    <pc:chgData name="Siling G" userId="c2e56b80bdc69756" providerId="LiveId" clId="{859C0A22-8DA0-4BA7-A145-D80F1A202593}"/>
    <pc:docChg chg="undo redo custSel delSld modSld">
      <pc:chgData name="Siling G" userId="c2e56b80bdc69756" providerId="LiveId" clId="{859C0A22-8DA0-4BA7-A145-D80F1A202593}" dt="2025-12-18T00:10:35.543" v="663" actId="255"/>
      <pc:docMkLst>
        <pc:docMk/>
      </pc:docMkLst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69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70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72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85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93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96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299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301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302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303"/>
        </pc:sldMkLst>
      </pc:sldChg>
      <pc:sldChg chg="addSp delSp modSp mod">
        <pc:chgData name="Siling G" userId="c2e56b80bdc69756" providerId="LiveId" clId="{859C0A22-8DA0-4BA7-A145-D80F1A202593}" dt="2025-12-18T00:10:35.543" v="663" actId="255"/>
        <pc:sldMkLst>
          <pc:docMk/>
          <pc:sldMk cId="0" sldId="305"/>
        </pc:sldMkLst>
        <pc:spChg chg="add del mod">
          <ac:chgData name="Siling G" userId="c2e56b80bdc69756" providerId="LiveId" clId="{859C0A22-8DA0-4BA7-A145-D80F1A202593}" dt="2025-12-17T23:25:16.728" v="9" actId="478"/>
          <ac:spMkLst>
            <pc:docMk/>
            <pc:sldMk cId="0" sldId="305"/>
            <ac:spMk id="3" creationId="{9F529A7B-D246-CFE0-F7FB-1515A78B81B7}"/>
          </ac:spMkLst>
        </pc:spChg>
        <pc:spChg chg="del mod">
          <ac:chgData name="Siling G" userId="c2e56b80bdc69756" providerId="LiveId" clId="{859C0A22-8DA0-4BA7-A145-D80F1A202593}" dt="2025-12-17T23:25:18.971" v="10" actId="478"/>
          <ac:spMkLst>
            <pc:docMk/>
            <pc:sldMk cId="0" sldId="305"/>
            <ac:spMk id="4" creationId="{00000000-0000-0000-0000-000000000000}"/>
          </ac:spMkLst>
        </pc:spChg>
        <pc:spChg chg="add del">
          <ac:chgData name="Siling G" userId="c2e56b80bdc69756" providerId="LiveId" clId="{859C0A22-8DA0-4BA7-A145-D80F1A202593}" dt="2025-12-17T23:30:09.978" v="72" actId="11529"/>
          <ac:spMkLst>
            <pc:docMk/>
            <pc:sldMk cId="0" sldId="305"/>
            <ac:spMk id="8" creationId="{3FA38711-6950-4692-F843-CC45CC061A19}"/>
          </ac:spMkLst>
        </pc:spChg>
        <pc:spChg chg="add del mod">
          <ac:chgData name="Siling G" userId="c2e56b80bdc69756" providerId="LiveId" clId="{859C0A22-8DA0-4BA7-A145-D80F1A202593}" dt="2025-12-17T23:32:15.605" v="90" actId="478"/>
          <ac:spMkLst>
            <pc:docMk/>
            <pc:sldMk cId="0" sldId="305"/>
            <ac:spMk id="9" creationId="{4FD39E44-C27E-67FF-4CBB-F05AA59308F3}"/>
          </ac:spMkLst>
        </pc:spChg>
        <pc:spChg chg="add mod">
          <ac:chgData name="Siling G" userId="c2e56b80bdc69756" providerId="LiveId" clId="{859C0A22-8DA0-4BA7-A145-D80F1A202593}" dt="2025-12-18T00:10:35.543" v="663" actId="255"/>
          <ac:spMkLst>
            <pc:docMk/>
            <pc:sldMk cId="0" sldId="305"/>
            <ac:spMk id="10" creationId="{2FF584A2-B77B-3C14-D5EB-08DD5C7E88EC}"/>
          </ac:spMkLst>
        </pc:spChg>
        <pc:spChg chg="add mod">
          <ac:chgData name="Siling G" userId="c2e56b80bdc69756" providerId="LiveId" clId="{859C0A22-8DA0-4BA7-A145-D80F1A202593}" dt="2025-12-18T00:09:17.007" v="647" actId="255"/>
          <ac:spMkLst>
            <pc:docMk/>
            <pc:sldMk cId="0" sldId="305"/>
            <ac:spMk id="11" creationId="{783CB495-0D61-9100-BEC0-44F000DBCD89}"/>
          </ac:spMkLst>
        </pc:spChg>
        <pc:spChg chg="add del mod">
          <ac:chgData name="Siling G" userId="c2e56b80bdc69756" providerId="LiveId" clId="{859C0A22-8DA0-4BA7-A145-D80F1A202593}" dt="2025-12-17T23:36:39.015" v="233" actId="22"/>
          <ac:spMkLst>
            <pc:docMk/>
            <pc:sldMk cId="0" sldId="305"/>
            <ac:spMk id="13" creationId="{4A62F54F-EBAA-2F59-1DF2-2539D598B3EA}"/>
          </ac:spMkLst>
        </pc:spChg>
        <pc:spChg chg="add mod">
          <ac:chgData name="Siling G" userId="c2e56b80bdc69756" providerId="LiveId" clId="{859C0A22-8DA0-4BA7-A145-D80F1A202593}" dt="2025-12-18T00:00:28.060" v="589" actId="20577"/>
          <ac:spMkLst>
            <pc:docMk/>
            <pc:sldMk cId="0" sldId="305"/>
            <ac:spMk id="14" creationId="{99241E01-7B13-9593-A18A-B4E50F3BEBEE}"/>
          </ac:spMkLst>
        </pc:spChg>
        <pc:spChg chg="add mod">
          <ac:chgData name="Siling G" userId="c2e56b80bdc69756" providerId="LiveId" clId="{859C0A22-8DA0-4BA7-A145-D80F1A202593}" dt="2025-12-17T23:51:46.077" v="510" actId="1037"/>
          <ac:spMkLst>
            <pc:docMk/>
            <pc:sldMk cId="0" sldId="305"/>
            <ac:spMk id="16" creationId="{E047B6D7-06FD-C449-B972-3B5927DD97A6}"/>
          </ac:spMkLst>
        </pc:spChg>
        <pc:spChg chg="add del">
          <ac:chgData name="Siling G" userId="c2e56b80bdc69756" providerId="LiveId" clId="{859C0A22-8DA0-4BA7-A145-D80F1A202593}" dt="2025-12-17T23:43:07.669" v="327" actId="22"/>
          <ac:spMkLst>
            <pc:docMk/>
            <pc:sldMk cId="0" sldId="305"/>
            <ac:spMk id="18" creationId="{3E4486D3-8707-BE79-4D89-B9721FEDD8A4}"/>
          </ac:spMkLst>
        </pc:spChg>
        <pc:spChg chg="add mod">
          <ac:chgData name="Siling G" userId="c2e56b80bdc69756" providerId="LiveId" clId="{859C0A22-8DA0-4BA7-A145-D80F1A202593}" dt="2025-12-18T00:02:30.958" v="617" actId="1076"/>
          <ac:spMkLst>
            <pc:docMk/>
            <pc:sldMk cId="0" sldId="305"/>
            <ac:spMk id="20" creationId="{8DCD8829-0F51-68DC-822C-03C2F66E7182}"/>
          </ac:spMkLst>
        </pc:spChg>
        <pc:spChg chg="add del">
          <ac:chgData name="Siling G" userId="c2e56b80bdc69756" providerId="LiveId" clId="{859C0A22-8DA0-4BA7-A145-D80F1A202593}" dt="2025-12-17T23:51:12.819" v="467" actId="22"/>
          <ac:spMkLst>
            <pc:docMk/>
            <pc:sldMk cId="0" sldId="305"/>
            <ac:spMk id="22" creationId="{3505BE0C-EC42-DB6F-14FC-0600E239C9AC}"/>
          </ac:spMkLst>
        </pc:spChg>
        <pc:spChg chg="add mod">
          <ac:chgData name="Siling G" userId="c2e56b80bdc69756" providerId="LiveId" clId="{859C0A22-8DA0-4BA7-A145-D80F1A202593}" dt="2025-12-18T00:10:17.539" v="660" actId="1036"/>
          <ac:spMkLst>
            <pc:docMk/>
            <pc:sldMk cId="0" sldId="305"/>
            <ac:spMk id="23" creationId="{87F426F2-9742-E47F-1C82-EE2DD2D91522}"/>
          </ac:spMkLst>
        </pc:spChg>
        <pc:spChg chg="add del">
          <ac:chgData name="Siling G" userId="c2e56b80bdc69756" providerId="LiveId" clId="{859C0A22-8DA0-4BA7-A145-D80F1A202593}" dt="2025-12-17T23:56:41.852" v="547" actId="478"/>
          <ac:spMkLst>
            <pc:docMk/>
            <pc:sldMk cId="0" sldId="305"/>
            <ac:spMk id="24" creationId="{E5691445-027F-B0BC-28E7-0F8719FA685F}"/>
          </ac:spMkLst>
        </pc:spChg>
        <pc:spChg chg="add mod">
          <ac:chgData name="Siling G" userId="c2e56b80bdc69756" providerId="LiveId" clId="{859C0A22-8DA0-4BA7-A145-D80F1A202593}" dt="2025-12-17T23:59:08.216" v="570" actId="1076"/>
          <ac:spMkLst>
            <pc:docMk/>
            <pc:sldMk cId="0" sldId="305"/>
            <ac:spMk id="26" creationId="{1E7BE60D-5EB1-C603-B1CD-DBBA34683DD5}"/>
          </ac:spMkLst>
        </pc:spChg>
        <pc:graphicFrameChg chg="add del modGraphic">
          <ac:chgData name="Siling G" userId="c2e56b80bdc69756" providerId="LiveId" clId="{859C0A22-8DA0-4BA7-A145-D80F1A202593}" dt="2025-12-17T23:07:14.426" v="8" actId="478"/>
          <ac:graphicFrameMkLst>
            <pc:docMk/>
            <pc:sldMk cId="0" sldId="305"/>
            <ac:graphicFrameMk id="5" creationId="{0FCCE0AA-7A85-7470-80D4-9D63ABE7DBEB}"/>
          </ac:graphicFrameMkLst>
        </pc:graphicFrameChg>
        <pc:graphicFrameChg chg="add mod">
          <ac:chgData name="Siling G" userId="c2e56b80bdc69756" providerId="LiveId" clId="{859C0A22-8DA0-4BA7-A145-D80F1A202593}" dt="2025-12-17T23:25:20.189" v="11"/>
          <ac:graphicFrameMkLst>
            <pc:docMk/>
            <pc:sldMk cId="0" sldId="305"/>
            <ac:graphicFrameMk id="6" creationId="{54D44F01-0CA4-0D0D-B281-975C64EBA49C}"/>
          </ac:graphicFrameMkLst>
        </pc:graphicFrameChg>
        <pc:graphicFrameChg chg="add mod modGraphic">
          <ac:chgData name="Siling G" userId="c2e56b80bdc69756" providerId="LiveId" clId="{859C0A22-8DA0-4BA7-A145-D80F1A202593}" dt="2025-12-18T00:04:43.021" v="624" actId="122"/>
          <ac:graphicFrameMkLst>
            <pc:docMk/>
            <pc:sldMk cId="0" sldId="305"/>
            <ac:graphicFrameMk id="7" creationId="{E12A9E3B-D459-FB89-245D-F9C30C0A0527}"/>
          </ac:graphicFrameMkLst>
        </pc:graphicFrameChg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4126854353" sldId="307"/>
        </pc:sldMkLst>
      </pc:sldChg>
      <pc:sldChg chg="del">
        <pc:chgData name="Siling G" userId="c2e56b80bdc69756" providerId="LiveId" clId="{859C0A22-8DA0-4BA7-A145-D80F1A202593}" dt="2025-12-18T00:02:01.205" v="612" actId="47"/>
        <pc:sldMkLst>
          <pc:docMk/>
          <pc:sldMk cId="0" sldId="308"/>
        </pc:sldMkLst>
      </pc:sldChg>
      <pc:sldChg chg="del">
        <pc:chgData name="Siling G" userId="c2e56b80bdc69756" providerId="LiveId" clId="{859C0A22-8DA0-4BA7-A145-D80F1A202593}" dt="2025-12-18T00:02:03.468" v="613" actId="47"/>
        <pc:sldMkLst>
          <pc:docMk/>
          <pc:sldMk cId="3136901332" sldId="309"/>
        </pc:sldMkLst>
      </pc:sldChg>
      <pc:sldMasterChg chg="delSldLayout">
        <pc:chgData name="Siling G" userId="c2e56b80bdc69756" providerId="LiveId" clId="{859C0A22-8DA0-4BA7-A145-D80F1A202593}" dt="2025-12-18T00:02:01.205" v="612" actId="47"/>
        <pc:sldMasterMkLst>
          <pc:docMk/>
          <pc:sldMasterMk cId="0" sldId="2147483648"/>
        </pc:sldMasterMkLst>
        <pc:sldLayoutChg chg="del">
          <pc:chgData name="Siling G" userId="c2e56b80bdc69756" providerId="LiveId" clId="{859C0A22-8DA0-4BA7-A145-D80F1A202593}" dt="2025-12-18T00:02:01.205" v="612" actId="47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617102"/>
              </p:ext>
            </p:extLst>
          </p:nvPr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131</TotalTime>
  <Words>70</Words>
  <Application>Microsoft Office PowerPoint</Application>
  <PresentationFormat>全屏显示(16:9)</PresentationFormat>
  <Paragraphs>50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Wingdings</vt:lpstr>
      <vt:lpstr>Libre Franklin</vt:lpstr>
      <vt:lpstr>Poppins</vt:lpstr>
      <vt:lpstr>Lucida Console</vt:lpstr>
      <vt:lpstr>Didact Gothic</vt:lpstr>
      <vt:lpstr>Arial</vt:lpstr>
      <vt:lpstr>Cycle Diagrams Theme for a Business Plan by Slidesgo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Siling G</cp:lastModifiedBy>
  <cp:revision>29</cp:revision>
  <dcterms:created xsi:type="dcterms:W3CDTF">2025-12-15T06:46:00Z</dcterms:created>
  <dcterms:modified xsi:type="dcterms:W3CDTF">2025-12-18T00:10:42Z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