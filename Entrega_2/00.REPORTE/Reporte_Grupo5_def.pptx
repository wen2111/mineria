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85" r:id="rId2"/>
    <p:sldId id="270" r:id="rId3"/>
    <p:sldId id="272" r:id="rId4"/>
    <p:sldId id="307" r:id="rId5"/>
    <p:sldId id="269" r:id="rId6"/>
    <p:sldId id="292" r:id="rId7"/>
    <p:sldId id="293" r:id="rId8"/>
    <p:sldId id="299" r:id="rId9"/>
    <p:sldId id="301" r:id="rId10"/>
    <p:sldId id="310" r:id="rId11"/>
    <p:sldId id="302" r:id="rId12"/>
    <p:sldId id="311" r:id="rId13"/>
    <p:sldId id="308" r:id="rId14"/>
    <p:sldId id="305" r:id="rId15"/>
    <p:sldId id="309" r:id="rId16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18"/>
    </p:embeddedFont>
    <p:embeddedFont>
      <p:font typeface="Didact Gothic" panose="00000500000000000000" pitchFamily="2" charset="0"/>
      <p:regular r:id="rId19"/>
    </p:embeddedFont>
    <p:embeddedFont>
      <p:font typeface="Libre Franklin" pitchFamily="2" charset="0"/>
      <p:regular r:id="rId20"/>
      <p:bold r:id="rId21"/>
      <p:italic r:id="rId22"/>
      <p:boldItalic r:id="rId23"/>
    </p:embeddedFont>
    <p:embeddedFont>
      <p:font typeface="Lucida Console" panose="020B0609040504020204" pitchFamily="49" charset="0"/>
      <p:regular r:id="rId24"/>
    </p:embeddedFont>
    <p:embeddedFont>
      <p:font typeface="Poppins" panose="00000500000000000000" pitchFamily="2" charset="0"/>
      <p:regular r:id="rId25"/>
      <p:bold r:id="rId26"/>
    </p:embeddedFont>
    <p:embeddedFont>
      <p:font typeface="Roboto" panose="02000000000000000000" pitchFamily="2" charset="0"/>
      <p:regular r:id="rId27"/>
    </p:embeddedFont>
    <p:embeddedFont>
      <p:font typeface="等线" panose="02010600030101010101" pitchFamily="2" charset="-122"/>
      <p:regular r:id="rId28"/>
      <p:bold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B305E1-1674-42FC-B8F5-6212EA26AA9E}" v="12" dt="2025-12-18T00:02:31.0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 autoAdjust="0"/>
    <p:restoredTop sz="94668"/>
  </p:normalViewPr>
  <p:slideViewPr>
    <p:cSldViewPr snapToGrid="0">
      <p:cViewPr varScale="1">
        <p:scale>
          <a:sx n="83" d="100"/>
          <a:sy n="83" d="100"/>
        </p:scale>
        <p:origin x="84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commentAuthors" Target="commentAuthors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custSel addSld delSld modSld">
      <pc:chgData name="Mario Aragón Valderrama" userId="ab42593c9091a3c7" providerId="LiveId" clId="{A94EC9C8-FC2E-45B4-829C-AEB6B286F687}" dt="2025-12-17T22:24:16.669" v="1685"/>
      <pc:docMkLst>
        <pc:docMk/>
      </pc:docMkLst>
      <pc:sldChg chg="addSp delSp modSp add mod">
        <pc:chgData name="Mario Aragón Valderrama" userId="ab42593c9091a3c7" providerId="LiveId" clId="{A94EC9C8-FC2E-45B4-829C-AEB6B286F687}" dt="2025-12-17T18:30:30.702" v="1633" actId="404"/>
        <pc:sldMkLst>
          <pc:docMk/>
          <pc:sldMk cId="0" sldId="269"/>
        </pc:sldMkLst>
        <pc:spChg chg="add del mod">
          <ac:chgData name="Mario Aragón Valderrama" userId="ab42593c9091a3c7" providerId="LiveId" clId="{A94EC9C8-FC2E-45B4-829C-AEB6B286F687}" dt="2025-12-17T18:13:40.585" v="824" actId="478"/>
          <ac:spMkLst>
            <pc:docMk/>
            <pc:sldMk cId="0" sldId="269"/>
            <ac:spMk id="2" creationId="{01CBDE04-DEE7-6A8D-B970-BCEB26EBA005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4" creationId="{50CD4983-5F9D-83AB-AC92-0222075A5BDD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5" creationId="{52FF70F9-DCE3-0C2C-005E-375A8EFF323F}"/>
          </ac:spMkLst>
        </pc:spChg>
        <pc:spChg chg="add del mod">
          <ac:chgData name="Mario Aragón Valderrama" userId="ab42593c9091a3c7" providerId="LiveId" clId="{A94EC9C8-FC2E-45B4-829C-AEB6B286F687}" dt="2025-12-17T18:11:13.582" v="808" actId="478"/>
          <ac:spMkLst>
            <pc:docMk/>
            <pc:sldMk cId="0" sldId="269"/>
            <ac:spMk id="6" creationId="{9EDF4B0B-3061-7ACC-774B-D6FC82BC26B6}"/>
          </ac:spMkLst>
        </pc:spChg>
        <pc:spChg chg="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0" creationId="{3344573B-05AB-722D-10BD-1916DC33F883}"/>
          </ac:spMkLst>
        </pc:spChg>
        <pc:spChg chg="del 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2" creationId="{BB781573-BCA2-F8F7-0059-6839B0E2EB7E}"/>
          </ac:spMkLst>
        </pc:spChg>
        <pc:spChg chg="del mod">
          <ac:chgData name="Mario Aragón Valderrama" userId="ab42593c9091a3c7" providerId="LiveId" clId="{A94EC9C8-FC2E-45B4-829C-AEB6B286F687}" dt="2025-12-17T18:22:45.298" v="901" actId="478"/>
          <ac:spMkLst>
            <pc:docMk/>
            <pc:sldMk cId="0" sldId="269"/>
            <ac:spMk id="13" creationId="{BE442C9C-D39D-50DA-0642-E621F9AEF4C0}"/>
          </ac:spMkLst>
        </pc:spChg>
        <pc:spChg chg="add mod">
          <ac:chgData name="Mario Aragón Valderrama" userId="ab42593c9091a3c7" providerId="LiveId" clId="{A94EC9C8-FC2E-45B4-829C-AEB6B286F687}" dt="2025-12-17T18:22:10.146" v="896" actId="1076"/>
          <ac:spMkLst>
            <pc:docMk/>
            <pc:sldMk cId="0" sldId="269"/>
            <ac:spMk id="16" creationId="{69877C8F-5317-BE6F-6945-CC388015F9CE}"/>
          </ac:spMkLst>
        </pc:spChg>
        <pc:spChg chg="add mod">
          <ac:chgData name="Mario Aragón Valderrama" userId="ab42593c9091a3c7" providerId="LiveId" clId="{A94EC9C8-FC2E-45B4-829C-AEB6B286F687}" dt="2025-12-17T18:23:00.046" v="909" actId="20577"/>
          <ac:spMkLst>
            <pc:docMk/>
            <pc:sldMk cId="0" sldId="269"/>
            <ac:spMk id="17" creationId="{3EC15E59-67D6-0AE1-A6A9-64B30040E99A}"/>
          </ac:spMkLst>
        </pc:spChg>
        <pc:spChg chg="add mod">
          <ac:chgData name="Mario Aragón Valderrama" userId="ab42593c9091a3c7" providerId="LiveId" clId="{A94EC9C8-FC2E-45B4-829C-AEB6B286F687}" dt="2025-12-17T18:23:26.298" v="964" actId="207"/>
          <ac:spMkLst>
            <pc:docMk/>
            <pc:sldMk cId="0" sldId="269"/>
            <ac:spMk id="18" creationId="{85BED90B-FD8F-DAA5-3238-316DC3132584}"/>
          </ac:spMkLst>
        </pc:spChg>
        <pc:spChg chg="add mod">
          <ac:chgData name="Mario Aragón Valderrama" userId="ab42593c9091a3c7" providerId="LiveId" clId="{A94EC9C8-FC2E-45B4-829C-AEB6B286F687}" dt="2025-12-17T18:30:16.251" v="1629" actId="1076"/>
          <ac:spMkLst>
            <pc:docMk/>
            <pc:sldMk cId="0" sldId="269"/>
            <ac:spMk id="19" creationId="{71D43951-B2AE-7BE2-D94B-F35B07A8A778}"/>
          </ac:spMkLst>
        </pc:spChg>
        <pc:spChg chg="add mod">
          <ac:chgData name="Mario Aragón Valderrama" userId="ab42593c9091a3c7" providerId="LiveId" clId="{A94EC9C8-FC2E-45B4-829C-AEB6B286F687}" dt="2025-12-17T18:30:30.702" v="1633" actId="404"/>
          <ac:spMkLst>
            <pc:docMk/>
            <pc:sldMk cId="0" sldId="269"/>
            <ac:spMk id="20" creationId="{87FE5D4D-67B0-D6FC-3090-0D99B56B82E9}"/>
          </ac:spMkLst>
        </pc:spChg>
        <pc:spChg chg="add mod">
          <ac:chgData name="Mario Aragón Valderrama" userId="ab42593c9091a3c7" providerId="LiveId" clId="{A94EC9C8-FC2E-45B4-829C-AEB6B286F687}" dt="2025-12-17T18:30:19.785" v="1630" actId="1076"/>
          <ac:spMkLst>
            <pc:docMk/>
            <pc:sldMk cId="0" sldId="269"/>
            <ac:spMk id="21" creationId="{E1CB4E2D-AA5E-21BE-1785-DF4696D5A71F}"/>
          </ac:spMkLst>
        </pc:spChg>
        <pc:spChg chg="add mod">
          <ac:chgData name="Mario Aragón Valderrama" userId="ab42593c9091a3c7" providerId="LiveId" clId="{A94EC9C8-FC2E-45B4-829C-AEB6B286F687}" dt="2025-12-17T18:30:26.544" v="1632" actId="404"/>
          <ac:spMkLst>
            <pc:docMk/>
            <pc:sldMk cId="0" sldId="269"/>
            <ac:spMk id="22" creationId="{88CDE9D7-6FB4-5135-D608-BCD6C5875703}"/>
          </ac:spMkLst>
        </pc:spChg>
        <pc:spChg chg="mod">
          <ac:chgData name="Mario Aragón Valderrama" userId="ab42593c9091a3c7" providerId="LiveId" clId="{A94EC9C8-FC2E-45B4-829C-AEB6B286F687}" dt="2025-12-17T18:07:41.111" v="577" actId="1076"/>
          <ac:spMkLst>
            <pc:docMk/>
            <pc:sldMk cId="0" sldId="269"/>
            <ac:spMk id="620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7.485" v="830" actId="1076"/>
          <ac:spMkLst>
            <pc:docMk/>
            <pc:sldMk cId="0" sldId="269"/>
            <ac:spMk id="633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2.538" v="829" actId="20577"/>
          <ac:spMkLst>
            <pc:docMk/>
            <pc:sldMk cId="0" sldId="269"/>
            <ac:spMk id="634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6:49.897" v="568" actId="208"/>
          <ac:spMkLst>
            <pc:docMk/>
            <pc:sldMk cId="0" sldId="269"/>
            <ac:spMk id="636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13.147" v="780" actId="20577"/>
          <ac:spMkLst>
            <pc:docMk/>
            <pc:sldMk cId="0" sldId="269"/>
            <ac:spMk id="637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46.437" v="793" actId="20577"/>
          <ac:spMkLst>
            <pc:docMk/>
            <pc:sldMk cId="0" sldId="269"/>
            <ac:spMk id="646" creationId="{00000000-0000-0000-0000-000000000000}"/>
          </ac:spMkLst>
        </pc:spChg>
        <pc:spChg chg="del mod">
          <ac:chgData name="Mario Aragón Valderrama" userId="ab42593c9091a3c7" providerId="LiveId" clId="{A94EC9C8-FC2E-45B4-829C-AEB6B286F687}" dt="2025-12-17T18:09:45.818" v="792" actId="478"/>
          <ac:spMkLst>
            <pc:docMk/>
            <pc:sldMk cId="0" sldId="269"/>
            <ac:spMk id="648" creationId="{00000000-0000-0000-0000-000000000000}"/>
          </ac:spMkLst>
        </pc:spChg>
        <pc:grpChg chg="add del mod">
          <ac:chgData name="Mario Aragón Valderrama" userId="ab42593c9091a3c7" providerId="LiveId" clId="{A94EC9C8-FC2E-45B4-829C-AEB6B286F687}" dt="2025-12-17T18:13:31.064" v="822" actId="478"/>
          <ac:grpSpMkLst>
            <pc:docMk/>
            <pc:sldMk cId="0" sldId="269"/>
            <ac:grpSpMk id="3" creationId="{5A89A149-BF97-CA2A-D95E-643460D8491E}"/>
          </ac:grpSpMkLst>
        </pc:grpChg>
        <pc:grpChg chg="add del mod">
          <ac:chgData name="Mario Aragón Valderrama" userId="ab42593c9091a3c7" providerId="LiveId" clId="{A94EC9C8-FC2E-45B4-829C-AEB6B286F687}" dt="2025-12-17T18:22:49.615" v="902" actId="478"/>
          <ac:grpSpMkLst>
            <pc:docMk/>
            <pc:sldMk cId="0" sldId="269"/>
            <ac:grpSpMk id="9" creationId="{20E66501-CBE8-6D7E-20F9-1EDCA21CCCAC}"/>
          </ac:grpSpMkLst>
        </pc:grpChg>
        <pc:grpChg chg="del mod">
          <ac:chgData name="Mario Aragón Valderrama" userId="ab42593c9091a3c7" providerId="LiveId" clId="{A94EC9C8-FC2E-45B4-829C-AEB6B286F687}" dt="2025-12-17T18:22:45.298" v="901" actId="478"/>
          <ac:grpSpMkLst>
            <pc:docMk/>
            <pc:sldMk cId="0" sldId="269"/>
            <ac:grpSpMk id="11" creationId="{278BDD88-8084-F4BF-C2C7-6FEC1766AD77}"/>
          </ac:grpSpMkLst>
        </pc:grpChg>
        <pc:grpChg chg="del">
          <ac:chgData name="Mario Aragón Valderrama" userId="ab42593c9091a3c7" providerId="LiveId" clId="{A94EC9C8-FC2E-45B4-829C-AEB6B286F687}" dt="2025-12-17T18:07:00.432" v="570" actId="478"/>
          <ac:grpSpMkLst>
            <pc:docMk/>
            <pc:sldMk cId="0" sldId="269"/>
            <ac:grpSpMk id="621" creationId="{00000000-0000-0000-0000-000000000000}"/>
          </ac:grpSpMkLst>
        </pc:grpChg>
        <pc:grpChg chg="mod">
          <ac:chgData name="Mario Aragón Valderrama" userId="ab42593c9091a3c7" providerId="LiveId" clId="{A94EC9C8-FC2E-45B4-829C-AEB6B286F687}" dt="2025-12-17T18:19:21.672" v="839" actId="1076"/>
          <ac:grpSpMkLst>
            <pc:docMk/>
            <pc:sldMk cId="0" sldId="269"/>
            <ac:grpSpMk id="630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13:37.468" v="823" actId="478"/>
          <ac:grpSpMkLst>
            <pc:docMk/>
            <pc:sldMk cId="0" sldId="269"/>
            <ac:grpSpMk id="635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183" v="794" actId="478"/>
          <ac:grpSpMkLst>
            <pc:docMk/>
            <pc:sldMk cId="0" sldId="269"/>
            <ac:grpSpMk id="638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5.189" v="791" actId="478"/>
          <ac:grpSpMkLst>
            <pc:docMk/>
            <pc:sldMk cId="0" sldId="269"/>
            <ac:grpSpMk id="641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873" v="795" actId="478"/>
          <ac:grpSpMkLst>
            <pc:docMk/>
            <pc:sldMk cId="0" sldId="269"/>
            <ac:grpSpMk id="644" creationId="{00000000-0000-0000-0000-000000000000}"/>
          </ac:grpSpMkLst>
        </pc:grpChg>
        <pc:graphicFrameChg chg="add del mod modGraphic">
          <ac:chgData name="Mario Aragón Valderrama" userId="ab42593c9091a3c7" providerId="LiveId" clId="{A94EC9C8-FC2E-45B4-829C-AEB6B286F687}" dt="2025-12-17T18:13:26.777" v="821" actId="478"/>
          <ac:graphicFrameMkLst>
            <pc:docMk/>
            <pc:sldMk cId="0" sldId="269"/>
            <ac:graphicFrameMk id="452" creationId="{00000000-0000-0000-0000-000000000000}"/>
          </ac:graphicFrameMkLst>
        </pc:graphicFrameChg>
        <pc:picChg chg="add mod modCrop">
          <ac:chgData name="Mario Aragón Valderrama" userId="ab42593c9091a3c7" providerId="LiveId" clId="{A94EC9C8-FC2E-45B4-829C-AEB6B286F687}" dt="2025-12-17T18:20:28.973" v="840" actId="732"/>
          <ac:picMkLst>
            <pc:docMk/>
            <pc:sldMk cId="0" sldId="269"/>
            <ac:picMk id="8" creationId="{8C95C62C-5D4A-FC95-0DFB-997E5B2FFFDE}"/>
          </ac:picMkLst>
        </pc:picChg>
        <pc:picChg chg="add mod">
          <ac:chgData name="Mario Aragón Valderrama" userId="ab42593c9091a3c7" providerId="LiveId" clId="{A94EC9C8-FC2E-45B4-829C-AEB6B286F687}" dt="2025-12-17T18:21:12.288" v="855" actId="1076"/>
          <ac:picMkLst>
            <pc:docMk/>
            <pc:sldMk cId="0" sldId="269"/>
            <ac:picMk id="15" creationId="{0BD2F1C5-A55C-570F-B75F-2D3BDC325838}"/>
          </ac:picMkLst>
        </pc:picChg>
      </pc:sldChg>
      <pc:sldChg chg="add">
        <pc:chgData name="Mario Aragón Valderrama" userId="ab42593c9091a3c7" providerId="LiveId" clId="{A94EC9C8-FC2E-45B4-829C-AEB6B286F687}" dt="2025-12-17T17:38:27.727" v="0"/>
        <pc:sldMkLst>
          <pc:docMk/>
          <pc:sldMk cId="0" sldId="270"/>
        </pc:sldMkLst>
      </pc:sldChg>
      <pc:sldChg chg="addSp delSp modSp add mod">
        <pc:chgData name="Mario Aragón Valderrama" userId="ab42593c9091a3c7" providerId="LiveId" clId="{A94EC9C8-FC2E-45B4-829C-AEB6B286F687}" dt="2025-12-17T21:54:26.079" v="1676"/>
        <pc:sldMkLst>
          <pc:docMk/>
          <pc:sldMk cId="0" sldId="272"/>
        </pc:sldMkLst>
        <pc:spChg chg="del">
          <ac:chgData name="Mario Aragón Valderrama" userId="ab42593c9091a3c7" providerId="LiveId" clId="{A94EC9C8-FC2E-45B4-829C-AEB6B286F687}" dt="2025-12-17T17:38:52.169" v="2" actId="478"/>
          <ac:spMkLst>
            <pc:docMk/>
            <pc:sldMk cId="0" sldId="272"/>
            <ac:spMk id="5" creationId="{00000000-0000-0000-0000-000000000000}"/>
          </ac:spMkLst>
        </pc:spChg>
        <pc:spChg chg="add mod">
          <ac:chgData name="Mario Aragón Valderrama" userId="ab42593c9091a3c7" providerId="LiveId" clId="{A94EC9C8-FC2E-45B4-829C-AEB6B286F687}" dt="2025-12-17T17:57:20.305" v="374" actId="1076"/>
          <ac:spMkLst>
            <pc:docMk/>
            <pc:sldMk cId="0" sldId="272"/>
            <ac:spMk id="6" creationId="{F56E9262-ACFE-8ADC-8AFE-6F44FF07DC25}"/>
          </ac:spMkLst>
        </pc:spChg>
        <pc:spChg chg="add mod">
          <ac:chgData name="Mario Aragón Valderrama" userId="ab42593c9091a3c7" providerId="LiveId" clId="{A94EC9C8-FC2E-45B4-829C-AEB6B286F687}" dt="2025-12-17T17:53:17.837" v="288" actId="1076"/>
          <ac:spMkLst>
            <pc:docMk/>
            <pc:sldMk cId="0" sldId="272"/>
            <ac:spMk id="7" creationId="{41CF5255-C740-6850-5A26-FF12DEAB1B77}"/>
          </ac:spMkLst>
        </pc:spChg>
        <pc:spChg chg="mod">
          <ac:chgData name="Mario Aragón Valderrama" userId="ab42593c9091a3c7" providerId="LiveId" clId="{A94EC9C8-FC2E-45B4-829C-AEB6B286F687}" dt="2025-12-17T17:53:04.486" v="285" actId="1076"/>
          <ac:spMkLst>
            <pc:docMk/>
            <pc:sldMk cId="0" sldId="272"/>
            <ac:spMk id="633" creationId="{00000000-0000-0000-0000-000000000000}"/>
          </ac:spMkLst>
        </pc:spChg>
        <pc:graphicFrameChg chg="mod modGraphic">
          <ac:chgData name="Mario Aragón Valderrama" userId="ab42593c9091a3c7" providerId="LiveId" clId="{A94EC9C8-FC2E-45B4-829C-AEB6B286F687}" dt="2025-12-17T17:58:10.007" v="377"/>
          <ac:graphicFrameMkLst>
            <pc:docMk/>
            <pc:sldMk cId="0" sldId="272"/>
            <ac:graphicFrameMk id="2" creationId="{00000000-0000-0000-0000-000000000000}"/>
          </ac:graphicFrameMkLst>
        </pc:graphicFrameChg>
        <pc:graphicFrameChg chg="add mod modGraphic">
          <ac:chgData name="Mario Aragón Valderrama" userId="ab42593c9091a3c7" providerId="LiveId" clId="{A94EC9C8-FC2E-45B4-829C-AEB6B286F687}" dt="2025-12-17T21:54:26.079" v="1676"/>
          <ac:graphicFrameMkLst>
            <pc:docMk/>
            <pc:sldMk cId="0" sldId="272"/>
            <ac:graphicFrameMk id="3" creationId="{82F91AD5-889D-682F-0188-17811BDC62E6}"/>
          </ac:graphicFrameMkLst>
        </pc:graphicFrameChg>
        <pc:graphicFrameChg chg="add del mod">
          <ac:chgData name="Mario Aragón Valderrama" userId="ab42593c9091a3c7" providerId="LiveId" clId="{A94EC9C8-FC2E-45B4-829C-AEB6B286F687}" dt="2025-12-17T21:53:48.515" v="1638" actId="478"/>
          <ac:graphicFrameMkLst>
            <pc:docMk/>
            <pc:sldMk cId="0" sldId="272"/>
            <ac:graphicFrameMk id="4" creationId="{4D662621-A338-7D20-AA1E-BFD4B8B7DAA0}"/>
          </ac:graphicFrameMkLst>
        </pc:graphicFrameChg>
        <pc:picChg chg="add del mod">
          <ac:chgData name="Mario Aragón Valderrama" userId="ab42593c9091a3c7" providerId="LiveId" clId="{A94EC9C8-FC2E-45B4-829C-AEB6B286F687}" dt="2025-12-17T17:53:01.714" v="284" actId="478"/>
          <ac:picMkLst>
            <pc:docMk/>
            <pc:sldMk cId="0" sldId="272"/>
            <ac:picMk id="4" creationId="{9A0F1519-2413-1DA1-142E-DEF83A534A25}"/>
          </ac:picMkLst>
        </pc:picChg>
        <pc:picChg chg="del mod">
          <ac:chgData name="Mario Aragón Valderrama" userId="ab42593c9091a3c7" providerId="LiveId" clId="{A94EC9C8-FC2E-45B4-829C-AEB6B286F687}" dt="2025-12-17T17:39:11.513" v="8" actId="478"/>
          <ac:picMkLst>
            <pc:docMk/>
            <pc:sldMk cId="0" sldId="272"/>
            <ac:picMk id="9" creationId="{00000000-0000-0000-0000-000000000000}"/>
          </ac:picMkLst>
        </pc:picChg>
      </pc:sldChg>
      <pc:sldChg chg="addSp modSp mod">
        <pc:chgData name="Mario Aragón Valderrama" userId="ab42593c9091a3c7" providerId="LiveId" clId="{A94EC9C8-FC2E-45B4-829C-AEB6B286F687}" dt="2025-12-17T21:55:30.187" v="1684" actId="1076"/>
        <pc:sldMkLst>
          <pc:docMk/>
          <pc:sldMk cId="0" sldId="296"/>
        </pc:sldMkLst>
        <pc:spChg chg="add mod">
          <ac:chgData name="Mario Aragón Valderrama" userId="ab42593c9091a3c7" providerId="LiveId" clId="{A94EC9C8-FC2E-45B4-829C-AEB6B286F687}" dt="2025-12-17T21:55:30.187" v="1684" actId="1076"/>
          <ac:spMkLst>
            <pc:docMk/>
            <pc:sldMk cId="0" sldId="296"/>
            <ac:spMk id="3" creationId="{70E38204-24A2-51F6-9008-1CAD6727006D}"/>
          </ac:spMkLst>
        </pc:spChg>
      </pc:sldChg>
      <pc:sldChg chg="del">
        <pc:chgData name="Mario Aragón Valderrama" userId="ab42593c9091a3c7" providerId="LiveId" clId="{A94EC9C8-FC2E-45B4-829C-AEB6B286F687}" dt="2025-12-17T21:53:02.878" v="1635" actId="47"/>
        <pc:sldMkLst>
          <pc:docMk/>
          <pc:sldMk cId="0" sldId="304"/>
        </pc:sldMkLst>
      </pc:sldChg>
      <pc:sldChg chg="addSp delSp modSp new del mod">
        <pc:chgData name="Mario Aragón Valderrama" userId="ab42593c9091a3c7" providerId="LiveId" clId="{A94EC9C8-FC2E-45B4-829C-AEB6B286F687}" dt="2025-12-17T21:54:41.921" v="1678" actId="47"/>
        <pc:sldMkLst>
          <pc:docMk/>
          <pc:sldMk cId="2064685130" sldId="306"/>
        </pc:sldMkLst>
        <pc:spChg chg="mod">
          <ac:chgData name="Mario Aragón Valderrama" userId="ab42593c9091a3c7" providerId="LiveId" clId="{A94EC9C8-FC2E-45B4-829C-AEB6B286F687}" dt="2025-12-17T18:00:55.316" v="396" actId="404"/>
          <ac:spMkLst>
            <pc:docMk/>
            <pc:sldMk cId="2064685130" sldId="306"/>
            <ac:spMk id="2" creationId="{7664BEB2-C413-4788-F1F1-D853AAD647A2}"/>
          </ac:spMkLst>
        </pc:spChg>
        <pc:spChg chg="add mod">
          <ac:chgData name="Mario Aragón Valderrama" userId="ab42593c9091a3c7" providerId="LiveId" clId="{A94EC9C8-FC2E-45B4-829C-AEB6B286F687}" dt="2025-12-17T18:02:49.396" v="522" actId="20577"/>
          <ac:spMkLst>
            <pc:docMk/>
            <pc:sldMk cId="2064685130" sldId="306"/>
            <ac:spMk id="3" creationId="{489A5488-CC41-AE3C-B15B-DDD529EAA282}"/>
          </ac:spMkLst>
        </pc:spChg>
        <pc:spChg chg="add del mod">
          <ac:chgData name="Mario Aragón Valderrama" userId="ab42593c9091a3c7" providerId="LiveId" clId="{A94EC9C8-FC2E-45B4-829C-AEB6B286F687}" dt="2025-12-17T18:03:32.484" v="556" actId="21"/>
          <ac:spMkLst>
            <pc:docMk/>
            <pc:sldMk cId="2064685130" sldId="306"/>
            <ac:spMk id="4" creationId="{14960C36-A145-E406-1CC2-C2B53FBBD01F}"/>
          </ac:spMkLst>
        </pc:spChg>
      </pc:sldChg>
      <pc:sldChg chg="addSp delSp modSp new del">
        <pc:chgData name="Mario Aragón Valderrama" userId="ab42593c9091a3c7" providerId="LiveId" clId="{A94EC9C8-FC2E-45B4-829C-AEB6B286F687}" dt="2025-12-17T21:54:37.485" v="1677" actId="47"/>
        <pc:sldMkLst>
          <pc:docMk/>
          <pc:sldMk cId="533820865" sldId="307"/>
        </pc:sldMkLst>
        <pc:spChg chg="del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2" creationId="{0E0DCFEE-FF86-C692-7E90-5310EF0663E5}"/>
          </ac:spMkLst>
        </pc:spChg>
        <pc:spChg chg="add mod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4" creationId="{14960C36-A145-E406-1CC2-C2B53FBBD01F}"/>
          </ac:spMkLst>
        </pc:spChg>
      </pc:sldChg>
      <pc:sldChg chg="add">
        <pc:chgData name="Mario Aragón Valderrama" userId="ab42593c9091a3c7" providerId="LiveId" clId="{A94EC9C8-FC2E-45B4-829C-AEB6B286F687}" dt="2025-12-17T22:24:16.669" v="1685"/>
        <pc:sldMkLst>
          <pc:docMk/>
          <pc:sldMk cId="4126854353" sldId="307"/>
        </pc:sldMkLst>
      </pc:sldChg>
      <pc:sldChg chg="add">
        <pc:chgData name="Mario Aragón Valderrama" userId="ab42593c9091a3c7" providerId="LiveId" clId="{A94EC9C8-FC2E-45B4-829C-AEB6B286F687}" dt="2025-12-17T21:52:57.376" v="1634"/>
        <pc:sldMkLst>
          <pc:docMk/>
          <pc:sldMk cId="0" sldId="308"/>
        </pc:sldMkLst>
      </pc:sldChg>
      <pc:sldChg chg="modSp new del">
        <pc:chgData name="Mario Aragón Valderrama" userId="ab42593c9091a3c7" providerId="LiveId" clId="{A94EC9C8-FC2E-45B4-829C-AEB6B286F687}" dt="2025-12-17T18:07:33.772" v="574" actId="47"/>
        <pc:sldMkLst>
          <pc:docMk/>
          <pc:sldMk cId="2801438337" sldId="308"/>
        </pc:sldMkLst>
        <pc:spChg chg="mod">
          <ac:chgData name="Mario Aragón Valderrama" userId="ab42593c9091a3c7" providerId="LiveId" clId="{A94EC9C8-FC2E-45B4-829C-AEB6B286F687}" dt="2025-12-17T18:03:48.692" v="560"/>
          <ac:spMkLst>
            <pc:docMk/>
            <pc:sldMk cId="2801438337" sldId="308"/>
            <ac:spMk id="2" creationId="{BAFE5815-9901-BFBE-F77F-98F480841E5B}"/>
          </ac:spMkLst>
        </pc:spChg>
      </pc:sldChg>
      <pc:sldChg chg="add">
        <pc:chgData name="Mario Aragón Valderrama" userId="ab42593c9091a3c7" providerId="LiveId" clId="{A94EC9C8-FC2E-45B4-829C-AEB6B286F687}" dt="2025-12-17T21:53:11.533" v="1636"/>
        <pc:sldMkLst>
          <pc:docMk/>
          <pc:sldMk cId="3136901332" sldId="309"/>
        </pc:sldMkLst>
      </pc:sldChg>
    </pc:docChg>
  </pc:docChgLst>
  <pc:docChgLst>
    <pc:chgData name="Siling G" userId="c2e56b80bdc69756" providerId="LiveId" clId="{47448ACE-6296-4994-8716-CD6C05950C66}"/>
    <pc:docChg chg="custSel addSld delSld modSld">
      <pc:chgData name="Siling G" userId="c2e56b80bdc69756" providerId="LiveId" clId="{47448ACE-6296-4994-8716-CD6C05950C66}" dt="2025-12-18T17:30:12.561" v="5"/>
      <pc:docMkLst>
        <pc:docMk/>
      </pc:docMkLst>
      <pc:sldChg chg="add">
        <pc:chgData name="Siling G" userId="c2e56b80bdc69756" providerId="LiveId" clId="{47448ACE-6296-4994-8716-CD6C05950C66}" dt="2025-12-18T17:30:12.561" v="5"/>
        <pc:sldMkLst>
          <pc:docMk/>
          <pc:sldMk cId="0" sldId="292"/>
        </pc:sldMkLst>
      </pc:sldChg>
      <pc:sldChg chg="modSp mod">
        <pc:chgData name="Siling G" userId="c2e56b80bdc69756" providerId="LiveId" clId="{47448ACE-6296-4994-8716-CD6C05950C66}" dt="2025-12-18T15:55:53.047" v="4" actId="313"/>
        <pc:sldMkLst>
          <pc:docMk/>
          <pc:sldMk cId="0" sldId="293"/>
        </pc:sldMkLst>
        <pc:spChg chg="mod">
          <ac:chgData name="Siling G" userId="c2e56b80bdc69756" providerId="LiveId" clId="{47448ACE-6296-4994-8716-CD6C05950C66}" dt="2025-12-18T15:55:53.047" v="4" actId="313"/>
          <ac:spMkLst>
            <pc:docMk/>
            <pc:sldMk cId="0" sldId="293"/>
            <ac:spMk id="2" creationId="{00000000-0000-0000-0000-000000000000}"/>
          </ac:spMkLst>
        </pc:spChg>
      </pc:sldChg>
      <pc:sldChg chg="add del">
        <pc:chgData name="Siling G" userId="c2e56b80bdc69756" providerId="LiveId" clId="{47448ACE-6296-4994-8716-CD6C05950C66}" dt="2025-12-18T00:19:03.699" v="1"/>
        <pc:sldMkLst>
          <pc:docMk/>
          <pc:sldMk cId="0" sldId="305"/>
        </pc:sldMkLst>
      </pc:sldChg>
      <pc:sldChg chg="modSp mod">
        <pc:chgData name="Siling G" userId="c2e56b80bdc69756" providerId="LiveId" clId="{47448ACE-6296-4994-8716-CD6C05950C66}" dt="2025-12-18T00:19:21.893" v="3" actId="14100"/>
        <pc:sldMkLst>
          <pc:docMk/>
          <pc:sldMk cId="0" sldId="308"/>
        </pc:sldMkLst>
        <pc:picChg chg="mod">
          <ac:chgData name="Siling G" userId="c2e56b80bdc69756" providerId="LiveId" clId="{47448ACE-6296-4994-8716-CD6C05950C66}" dt="2025-12-18T00:19:21.893" v="3" actId="14100"/>
          <ac:picMkLst>
            <pc:docMk/>
            <pc:sldMk cId="0" sldId="308"/>
            <ac:picMk id="12" creationId="{679F0633-3CE4-ABF2-A4A9-A1B8440369AC}"/>
          </ac:picMkLst>
        </pc:picChg>
        <pc:picChg chg="mod">
          <ac:chgData name="Siling G" userId="c2e56b80bdc69756" providerId="LiveId" clId="{47448ACE-6296-4994-8716-CD6C05950C66}" dt="2025-12-18T00:19:11.656" v="2" actId="14100"/>
          <ac:picMkLst>
            <pc:docMk/>
            <pc:sldMk cId="0" sldId="308"/>
            <ac:picMk id="14" creationId="{6A9DE666-AD88-7D6F-9EC7-8D174610DD8B}"/>
          </ac:picMkLst>
        </pc:picChg>
      </pc:sldChg>
    </pc:docChg>
  </pc:docChgLst>
  <pc:docChgLst>
    <pc:chgData name="Antonio Polonio Martinez" userId="c7f805dacea241c7" providerId="LiveId" clId="{45294F24-7BEA-49DD-8500-31D67A0AADF9}"/>
    <pc:docChg chg="custSel modSld">
      <pc:chgData name="Antonio Polonio Martinez" userId="c7f805dacea241c7" providerId="LiveId" clId="{45294F24-7BEA-49DD-8500-31D67A0AADF9}" dt="2025-12-18T00:05:30.928" v="351" actId="1036"/>
      <pc:docMkLst>
        <pc:docMk/>
      </pc:docMkLst>
      <pc:sldChg chg="addSp delSp modSp mod">
        <pc:chgData name="Antonio Polonio Martinez" userId="c7f805dacea241c7" providerId="LiveId" clId="{45294F24-7BEA-49DD-8500-31D67A0AADF9}" dt="2025-12-18T00:05:30.928" v="351" actId="1036"/>
        <pc:sldMkLst>
          <pc:docMk/>
          <pc:sldMk cId="4126854353" sldId="307"/>
        </pc:sldMkLst>
        <pc:spChg chg="mod">
          <ac:chgData name="Antonio Polonio Martinez" userId="c7f805dacea241c7" providerId="LiveId" clId="{45294F24-7BEA-49DD-8500-31D67A0AADF9}" dt="2025-12-17T23:27:58.798" v="171" actId="1035"/>
          <ac:spMkLst>
            <pc:docMk/>
            <pc:sldMk cId="4126854353" sldId="307"/>
            <ac:spMk id="2" creationId="{EB0FFB83-8E21-7296-84C8-9ECFA09FD0BE}"/>
          </ac:spMkLst>
        </pc:spChg>
        <pc:spChg chg="mod">
          <ac:chgData name="Antonio Polonio Martinez" userId="c7f805dacea241c7" providerId="LiveId" clId="{45294F24-7BEA-49DD-8500-31D67A0AADF9}" dt="2025-12-17T23:59:49.809" v="320" actId="1076"/>
          <ac:spMkLst>
            <pc:docMk/>
            <pc:sldMk cId="4126854353" sldId="307"/>
            <ac:spMk id="3" creationId="{FF4F94B9-F1EB-A09C-2069-F6656171DE38}"/>
          </ac:spMkLst>
        </pc:spChg>
        <pc:spChg chg="mod">
          <ac:chgData name="Antonio Polonio Martinez" userId="c7f805dacea241c7" providerId="LiveId" clId="{45294F24-7BEA-49DD-8500-31D67A0AADF9}" dt="2025-12-18T00:05:30.928" v="351" actId="1036"/>
          <ac:spMkLst>
            <pc:docMk/>
            <pc:sldMk cId="4126854353" sldId="307"/>
            <ac:spMk id="4" creationId="{E3F209C4-873E-1B49-1E51-3263F3736354}"/>
          </ac:spMkLst>
        </pc:spChg>
        <pc:picChg chg="add del mod">
          <ac:chgData name="Antonio Polonio Martinez" userId="c7f805dacea241c7" providerId="LiveId" clId="{45294F24-7BEA-49DD-8500-31D67A0AADF9}" dt="2025-12-17T23:49:42.549" v="265" actId="478"/>
          <ac:picMkLst>
            <pc:docMk/>
            <pc:sldMk cId="4126854353" sldId="307"/>
            <ac:picMk id="6" creationId="{F15BEAB6-875F-60BA-043E-065D23F461B2}"/>
          </ac:picMkLst>
        </pc:picChg>
        <pc:picChg chg="add del mod">
          <ac:chgData name="Antonio Polonio Martinez" userId="c7f805dacea241c7" providerId="LiveId" clId="{45294F24-7BEA-49DD-8500-31D67A0AADF9}" dt="2025-12-17T23:04:17.267" v="90" actId="478"/>
          <ac:picMkLst>
            <pc:docMk/>
            <pc:sldMk cId="4126854353" sldId="307"/>
            <ac:picMk id="8" creationId="{F5815F19-4F11-7719-C1B0-74867CA5EB21}"/>
          </ac:picMkLst>
        </pc:picChg>
        <pc:picChg chg="add del mod">
          <ac:chgData name="Antonio Polonio Martinez" userId="c7f805dacea241c7" providerId="LiveId" clId="{45294F24-7BEA-49DD-8500-31D67A0AADF9}" dt="2025-12-17T23:04:35.776" v="92" actId="478"/>
          <ac:picMkLst>
            <pc:docMk/>
            <pc:sldMk cId="4126854353" sldId="307"/>
            <ac:picMk id="10" creationId="{BCF8F8FC-81C5-1C97-84D4-F2A08260D09E}"/>
          </ac:picMkLst>
        </pc:picChg>
        <pc:picChg chg="add del mod">
          <ac:chgData name="Antonio Polonio Martinez" userId="c7f805dacea241c7" providerId="LiveId" clId="{45294F24-7BEA-49DD-8500-31D67A0AADF9}" dt="2025-12-17T23:14:47.881" v="138" actId="478"/>
          <ac:picMkLst>
            <pc:docMk/>
            <pc:sldMk cId="4126854353" sldId="307"/>
            <ac:picMk id="12" creationId="{C235620F-7568-6FD5-7F7F-0AC726467158}"/>
          </ac:picMkLst>
        </pc:picChg>
        <pc:picChg chg="add mod">
          <ac:chgData name="Antonio Polonio Martinez" userId="c7f805dacea241c7" providerId="LiveId" clId="{45294F24-7BEA-49DD-8500-31D67A0AADF9}" dt="2025-12-18T00:00:57.767" v="334" actId="1036"/>
          <ac:picMkLst>
            <pc:docMk/>
            <pc:sldMk cId="4126854353" sldId="307"/>
            <ac:picMk id="14" creationId="{EACF4514-2DC9-8FB5-C156-484DCACBCED3}"/>
          </ac:picMkLst>
        </pc:picChg>
        <pc:picChg chg="add del mod">
          <ac:chgData name="Antonio Polonio Martinez" userId="c7f805dacea241c7" providerId="LiveId" clId="{45294F24-7BEA-49DD-8500-31D67A0AADF9}" dt="2025-12-17T23:30:55.437" v="235" actId="478"/>
          <ac:picMkLst>
            <pc:docMk/>
            <pc:sldMk cId="4126854353" sldId="307"/>
            <ac:picMk id="16" creationId="{F5A414D4-E3FE-A781-01F7-C73EC2CB5140}"/>
          </ac:picMkLst>
        </pc:picChg>
        <pc:picChg chg="add del mod">
          <ac:chgData name="Antonio Polonio Martinez" userId="c7f805dacea241c7" providerId="LiveId" clId="{45294F24-7BEA-49DD-8500-31D67A0AADF9}" dt="2025-12-17T23:41:23.506" v="243" actId="478"/>
          <ac:picMkLst>
            <pc:docMk/>
            <pc:sldMk cId="4126854353" sldId="307"/>
            <ac:picMk id="18" creationId="{8EF93872-BC05-DF22-85AC-AB735A257F2C}"/>
          </ac:picMkLst>
        </pc:picChg>
        <pc:picChg chg="add del mod">
          <ac:chgData name="Antonio Polonio Martinez" userId="c7f805dacea241c7" providerId="LiveId" clId="{45294F24-7BEA-49DD-8500-31D67A0AADF9}" dt="2025-12-17T23:42:12.806" v="264" actId="478"/>
          <ac:picMkLst>
            <pc:docMk/>
            <pc:sldMk cId="4126854353" sldId="307"/>
            <ac:picMk id="20" creationId="{F4D19751-9174-050D-B2E8-FC2C493CC79B}"/>
          </ac:picMkLst>
        </pc:picChg>
        <pc:picChg chg="add del mod">
          <ac:chgData name="Antonio Polonio Martinez" userId="c7f805dacea241c7" providerId="LiveId" clId="{45294F24-7BEA-49DD-8500-31D67A0AADF9}" dt="2025-12-18T00:02:22.983" v="335" actId="478"/>
          <ac:picMkLst>
            <pc:docMk/>
            <pc:sldMk cId="4126854353" sldId="307"/>
            <ac:picMk id="22" creationId="{7AF7A77B-F62C-7FC3-AD36-1F2C0EDBA31D}"/>
          </ac:picMkLst>
        </pc:picChg>
        <pc:picChg chg="add del mod">
          <ac:chgData name="Antonio Polonio Martinez" userId="c7f805dacea241c7" providerId="LiveId" clId="{45294F24-7BEA-49DD-8500-31D67A0AADF9}" dt="2025-12-17T23:58:52.486" v="283" actId="478"/>
          <ac:picMkLst>
            <pc:docMk/>
            <pc:sldMk cId="4126854353" sldId="307"/>
            <ac:picMk id="24" creationId="{91E65230-6879-E11A-47AF-F3F848594B80}"/>
          </ac:picMkLst>
        </pc:picChg>
        <pc:picChg chg="add mod">
          <ac:chgData name="Antonio Polonio Martinez" userId="c7f805dacea241c7" providerId="LiveId" clId="{45294F24-7BEA-49DD-8500-31D67A0AADF9}" dt="2025-12-18T00:00:52.548" v="331" actId="1038"/>
          <ac:picMkLst>
            <pc:docMk/>
            <pc:sldMk cId="4126854353" sldId="307"/>
            <ac:picMk id="26" creationId="{5ABCF626-9195-0660-0612-DE4980DDFB69}"/>
          </ac:picMkLst>
        </pc:picChg>
        <pc:picChg chg="add mod">
          <ac:chgData name="Antonio Polonio Martinez" userId="c7f805dacea241c7" providerId="LiveId" clId="{45294F24-7BEA-49DD-8500-31D67A0AADF9}" dt="2025-12-18T00:02:55.544" v="343" actId="1076"/>
          <ac:picMkLst>
            <pc:docMk/>
            <pc:sldMk cId="4126854353" sldId="307"/>
            <ac:picMk id="28" creationId="{E8CBDA51-99C1-1CBB-938D-31784722A370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</a:t>
          </a:r>
          <a:r>
            <a:rPr lang="es-ES" sz="1000" b="1" dirty="0" err="1">
              <a:solidFill>
                <a:srgbClr val="002060"/>
              </a:solidFill>
            </a:rPr>
            <a:t>Classification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tree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dirty="0"/>
            <a:t>Laura, Mario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CBB8FCE7-42DE-4AB9-8449-1E5F7A7867C3}">
      <dgm:prSet phldrT="[Texto]" phldr="0" custT="1"/>
      <dgm:spPr/>
      <dgm:t>
        <a:bodyPr/>
        <a:lstStyle/>
        <a:p>
          <a:r>
            <a:rPr lang="es-ES" sz="1400" b="1" dirty="0">
              <a:solidFill>
                <a:srgbClr val="002060"/>
              </a:solidFill>
            </a:rPr>
            <a:t>	</a:t>
          </a:r>
          <a:r>
            <a:rPr lang="es-ES" sz="1100" b="1" dirty="0">
              <a:solidFill>
                <a:srgbClr val="002060"/>
              </a:solidFill>
            </a:rPr>
            <a:t>GLM – </a:t>
          </a:r>
          <a:r>
            <a:rPr lang="es-ES" sz="1100" dirty="0"/>
            <a:t>Mario, Melissa, </a:t>
          </a:r>
          <a:r>
            <a:rPr lang="es-ES" sz="1100" dirty="0" err="1"/>
            <a:t>Wenjia</a:t>
          </a:r>
          <a:endParaRPr lang="es-ES" sz="1400" dirty="0"/>
        </a:p>
      </dgm:t>
    </dgm:pt>
    <dgm:pt modelId="{A5C5997E-6D94-48F3-B2FA-FEA74E756220}" type="parTrans" cxnId="{1585B7A5-8E86-4AA7-BFD1-25296A8A4518}">
      <dgm:prSet/>
      <dgm:spPr/>
      <dgm:t>
        <a:bodyPr/>
        <a:lstStyle/>
        <a:p>
          <a:endParaRPr lang="es-ES"/>
        </a:p>
      </dgm:t>
    </dgm:pt>
    <dgm:pt modelId="{CB1651EC-D3ED-4145-87AA-FCF9FF61BD01}" type="sibTrans" cxnId="{1585B7A5-8E86-4AA7-BFD1-25296A8A4518}">
      <dgm:prSet/>
      <dgm:spPr/>
      <dgm:t>
        <a:bodyPr/>
        <a:lstStyle/>
        <a:p>
          <a:endParaRPr lang="es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5" custScaleY="71211"/>
      <dgm:spPr/>
    </dgm:pt>
    <dgm:pt modelId="{EF2D8EC3-8FE2-4E7C-B86A-83EDAF07162F}" type="pres">
      <dgm:prSet presAssocID="{C9F99139-B66D-4219-861A-3EA127D493C0}" presName="img" presStyleLbl="fgImgPlace1" presStyleIdx="0" presStyleCnt="5" custScaleY="69563"/>
      <dgm:spPr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5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57B2E380-260B-4D42-9ABF-757D834B7C0E}" type="pres">
      <dgm:prSet presAssocID="{CBB8FCE7-42DE-4AB9-8449-1E5F7A7867C3}" presName="comp" presStyleCnt="0"/>
      <dgm:spPr/>
    </dgm:pt>
    <dgm:pt modelId="{A8761105-B57E-4142-A234-EC95E6C52F6F}" type="pres">
      <dgm:prSet presAssocID="{CBB8FCE7-42DE-4AB9-8449-1E5F7A7867C3}" presName="box" presStyleLbl="node1" presStyleIdx="1" presStyleCnt="5" custScaleY="71211"/>
      <dgm:spPr/>
    </dgm:pt>
    <dgm:pt modelId="{459A9BEF-97B9-4E0D-BEF7-43C9AE90C871}" type="pres">
      <dgm:prSet presAssocID="{CBB8FCE7-42DE-4AB9-8449-1E5F7A7867C3}" presName="img" presStyleLbl="fgImgPlace1" presStyleIdx="1" presStyleCnt="5"/>
      <dgm:spPr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</dgm:spPr>
    </dgm:pt>
    <dgm:pt modelId="{4BD19398-FFB6-4600-83F1-C25120788EDE}" type="pres">
      <dgm:prSet presAssocID="{CBB8FCE7-42DE-4AB9-8449-1E5F7A7867C3}" presName="text" presStyleLbl="node1" presStyleIdx="1" presStyleCnt="5">
        <dgm:presLayoutVars>
          <dgm:bulletEnabled val="1"/>
        </dgm:presLayoutVars>
      </dgm:prSet>
      <dgm:spPr/>
    </dgm:pt>
    <dgm:pt modelId="{55D601DF-6BFB-49E4-A98F-B2DECAFF06BA}" type="pres">
      <dgm:prSet presAssocID="{CB1651EC-D3ED-4145-87AA-FCF9FF61BD0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5" custScaleY="72558"/>
      <dgm:spPr/>
    </dgm:pt>
    <dgm:pt modelId="{C9E8AD8B-B134-4129-BD9A-C060E9DACAFC}" type="pres">
      <dgm:prSet presAssocID="{B0A54B65-E829-4553-8B45-B4EBDAF3C233}" presName="img" presStyleLbl="fgImgPlace1" presStyleIdx="2" presStyleCnt="5" custScaleY="89187"/>
      <dgm:spPr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5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5" custScaleY="130909"/>
      <dgm:spPr/>
    </dgm:pt>
    <dgm:pt modelId="{D306C488-315E-46F7-B989-FFF5212BF6E2}" type="pres">
      <dgm:prSet presAssocID="{EBF196C3-A6DB-42DE-B168-0612EDF03693}" presName="img" presStyleLbl="fgImgPlace1" presStyleIdx="3" presStyleCnt="5" custScaleY="91348"/>
      <dgm:spPr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5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4" presStyleCnt="5"/>
      <dgm:spPr/>
    </dgm:pt>
    <dgm:pt modelId="{D58F51A8-C9AC-49A7-BF07-49E56398E46B}" type="pres">
      <dgm:prSet presAssocID="{D3DB2985-286F-4E1B-A3EF-B67DCD1C08F6}" presName="img" presStyleLbl="fgImgPlace1" presStyleIdx="4" presStyleCnt="5"/>
      <dgm:spPr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4" presStyleCnt="5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5D25C235-10BC-4CB9-9646-7F93EB8CFE62}" type="presOf" srcId="{CBB8FCE7-42DE-4AB9-8449-1E5F7A7867C3}" destId="{A8761105-B57E-4142-A234-EC95E6C52F6F}" srcOrd="0" destOrd="0" presId="urn:microsoft.com/office/officeart/2005/8/layout/vList4"/>
    <dgm:cxn modelId="{D0F4D63A-4371-4A98-88B0-AEC658A575BE}" type="presOf" srcId="{CBB8FCE7-42DE-4AB9-8449-1E5F7A7867C3}" destId="{4BD19398-FFB6-4600-83F1-C25120788EDE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4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1585B7A5-8E86-4AA7-BFD1-25296A8A4518}" srcId="{E0DBD592-C900-4D5D-A79A-93A58E8DA172}" destId="{CBB8FCE7-42DE-4AB9-8449-1E5F7A7867C3}" srcOrd="1" destOrd="0" parTransId="{A5C5997E-6D94-48F3-B2FA-FEA74E756220}" sibTransId="{CB1651EC-D3ED-4145-87AA-FCF9FF61BD01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B45A5EC8-4B0D-493B-B22E-C873572AF3AF}" type="presParOf" srcId="{2D5738C4-EC9E-4779-B540-31D33BE25B70}" destId="{57B2E380-260B-4D42-9ABF-757D834B7C0E}" srcOrd="2" destOrd="0" presId="urn:microsoft.com/office/officeart/2005/8/layout/vList4"/>
    <dgm:cxn modelId="{9E663AA7-664C-4144-A252-F02ADF023C7D}" type="presParOf" srcId="{57B2E380-260B-4D42-9ABF-757D834B7C0E}" destId="{A8761105-B57E-4142-A234-EC95E6C52F6F}" srcOrd="0" destOrd="0" presId="urn:microsoft.com/office/officeart/2005/8/layout/vList4"/>
    <dgm:cxn modelId="{D3DD89F7-2CD2-4C77-BAC1-72A5AECC0EAD}" type="presParOf" srcId="{57B2E380-260B-4D42-9ABF-757D834B7C0E}" destId="{459A9BEF-97B9-4E0D-BEF7-43C9AE90C871}" srcOrd="1" destOrd="0" presId="urn:microsoft.com/office/officeart/2005/8/layout/vList4"/>
    <dgm:cxn modelId="{739339CB-224D-4F1E-A3F5-F156EF303FE6}" type="presParOf" srcId="{57B2E380-260B-4D42-9ABF-757D834B7C0E}" destId="{4BD19398-FFB6-4600-83F1-C25120788EDE}" srcOrd="2" destOrd="0" presId="urn:microsoft.com/office/officeart/2005/8/layout/vList4"/>
    <dgm:cxn modelId="{E5E83EF8-6682-4D07-948B-D12A35D7040B}" type="presParOf" srcId="{2D5738C4-EC9E-4779-B540-31D33BE25B70}" destId="{55D601DF-6BFB-49E4-A98F-B2DECAFF06BA}" srcOrd="3" destOrd="0" presId="urn:microsoft.com/office/officeart/2005/8/layout/vList4"/>
    <dgm:cxn modelId="{DD6A45F7-31A4-4567-9B0C-DAB37FAA4FDB}" type="presParOf" srcId="{2D5738C4-EC9E-4779-B540-31D33BE25B70}" destId="{9C15E9F4-CE56-4E8D-9AC4-025934C7C1D4}" srcOrd="4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5" destOrd="0" presId="urn:microsoft.com/office/officeart/2005/8/layout/vList4"/>
    <dgm:cxn modelId="{21D79D85-6A79-4C95-AB05-4B9FBCEEFB38}" type="presParOf" srcId="{2D5738C4-EC9E-4779-B540-31D33BE25B70}" destId="{394CAA2C-B39A-45C2-8692-4F108831F697}" srcOrd="6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7" destOrd="0" presId="urn:microsoft.com/office/officeart/2005/8/layout/vList4"/>
    <dgm:cxn modelId="{E0AEF6AC-2CA9-42C1-80DA-C45C252413C0}" type="presParOf" srcId="{2D5738C4-EC9E-4779-B540-31D33BE25B70}" destId="{FA11953F-C793-41F3-944C-F9C478C0015E}" srcOrd="8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DF0F9E5-841B-FF4D-9CB5-2F1286FB0B81}" type="doc">
      <dgm:prSet loTypeId="urn:microsoft.com/office/officeart/2005/8/layout/chevron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4B7548F0-E499-254C-9C9F-E02382EEB5E9}">
      <dgm:prSet/>
      <dgm:spPr/>
      <dgm:t>
        <a:bodyPr/>
        <a:lstStyle/>
        <a:p>
          <a:r>
            <a:rPr lang="es-ES" b="1" i="0" dirty="0"/>
            <a:t>9NN</a:t>
          </a:r>
          <a:endParaRPr lang="en-ES" dirty="0"/>
        </a:p>
      </dgm:t>
    </dgm:pt>
    <dgm:pt modelId="{C262CEBB-7006-A242-ADD3-B9235EF8735C}" type="parTrans" cxnId="{702EFC95-8543-6E42-8059-09D9E582B607}">
      <dgm:prSet/>
      <dgm:spPr/>
      <dgm:t>
        <a:bodyPr/>
        <a:lstStyle/>
        <a:p>
          <a:endParaRPr lang="en-GB"/>
        </a:p>
      </dgm:t>
    </dgm:pt>
    <dgm:pt modelId="{82304106-D479-C64E-9799-69BDAE43ED77}" type="sibTrans" cxnId="{702EFC95-8543-6E42-8059-09D9E582B607}">
      <dgm:prSet/>
      <dgm:spPr/>
      <dgm:t>
        <a:bodyPr/>
        <a:lstStyle/>
        <a:p>
          <a:endParaRPr lang="en-GB"/>
        </a:p>
      </dgm:t>
    </dgm:pt>
    <dgm:pt modelId="{67E4A056-504D-AF46-98B0-70C35D9DA4E2}" type="pres">
      <dgm:prSet presAssocID="{9DF0F9E5-841B-FF4D-9CB5-2F1286FB0B81}" presName="Name0" presStyleCnt="0">
        <dgm:presLayoutVars>
          <dgm:dir/>
          <dgm:animLvl val="lvl"/>
          <dgm:resizeHandles val="exact"/>
        </dgm:presLayoutVars>
      </dgm:prSet>
      <dgm:spPr/>
    </dgm:pt>
    <dgm:pt modelId="{73A4D826-B1A8-D24F-BF3E-D0DBA84542CC}" type="pres">
      <dgm:prSet presAssocID="{4B7548F0-E499-254C-9C9F-E02382EEB5E9}" presName="parTxOnly" presStyleLbl="node1" presStyleIdx="0" presStyleCnt="1" custScaleY="100359" custLinFactY="20531" custLinFactNeighborX="-24777" custLinFactNeighborY="100000">
        <dgm:presLayoutVars>
          <dgm:chMax val="0"/>
          <dgm:chPref val="0"/>
          <dgm:bulletEnabled val="1"/>
        </dgm:presLayoutVars>
      </dgm:prSet>
      <dgm:spPr/>
    </dgm:pt>
  </dgm:ptLst>
  <dgm:cxnLst>
    <dgm:cxn modelId="{1002DE02-5ED3-4342-BDE1-FA3F312D68AD}" type="presOf" srcId="{4B7548F0-E499-254C-9C9F-E02382EEB5E9}" destId="{73A4D826-B1A8-D24F-BF3E-D0DBA84542CC}" srcOrd="0" destOrd="0" presId="urn:microsoft.com/office/officeart/2005/8/layout/chevron1"/>
    <dgm:cxn modelId="{F9CE3E5F-7A8A-9343-B18D-8C94EFA95159}" type="presOf" srcId="{9DF0F9E5-841B-FF4D-9CB5-2F1286FB0B81}" destId="{67E4A056-504D-AF46-98B0-70C35D9DA4E2}" srcOrd="0" destOrd="0" presId="urn:microsoft.com/office/officeart/2005/8/layout/chevron1"/>
    <dgm:cxn modelId="{702EFC95-8543-6E42-8059-09D9E582B607}" srcId="{9DF0F9E5-841B-FF4D-9CB5-2F1286FB0B81}" destId="{4B7548F0-E499-254C-9C9F-E02382EEB5E9}" srcOrd="0" destOrd="0" parTransId="{C262CEBB-7006-A242-ADD3-B9235EF8735C}" sibTransId="{82304106-D479-C64E-9799-69BDAE43ED77}"/>
    <dgm:cxn modelId="{69D04B74-A752-5042-9CF7-6117575B75E6}" type="presParOf" srcId="{67E4A056-504D-AF46-98B0-70C35D9DA4E2}" destId="{73A4D826-B1A8-D24F-BF3E-D0DBA84542CC}" srcOrd="0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6A8F40A-6895-D54A-891B-0666CD46C550}" type="doc">
      <dgm:prSet loTypeId="urn:microsoft.com/office/officeart/2005/8/layout/l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C1C1743D-B186-F748-A62C-FD5A8898EAD1}">
      <dgm:prSet/>
      <dgm:spPr/>
      <dgm:t>
        <a:bodyPr/>
        <a:lstStyle/>
        <a:p>
          <a:r>
            <a:rPr lang="es-ES" b="1" i="0" dirty="0" err="1"/>
            <a:t>Naive</a:t>
          </a:r>
          <a:r>
            <a:rPr lang="es-ES" b="1" i="0" dirty="0"/>
            <a:t> Bayes</a:t>
          </a:r>
          <a:endParaRPr lang="en-ES" dirty="0"/>
        </a:p>
      </dgm:t>
    </dgm:pt>
    <dgm:pt modelId="{BFDED490-0320-3A44-AD14-229EFAEF53D6}" type="parTrans" cxnId="{67CFEEEF-B575-2949-97D0-9FE1107E538B}">
      <dgm:prSet/>
      <dgm:spPr/>
      <dgm:t>
        <a:bodyPr/>
        <a:lstStyle/>
        <a:p>
          <a:endParaRPr lang="en-GB"/>
        </a:p>
      </dgm:t>
    </dgm:pt>
    <dgm:pt modelId="{4D310E4D-EC3C-4D47-A9BB-A0B136EAB064}" type="sibTrans" cxnId="{67CFEEEF-B575-2949-97D0-9FE1107E538B}">
      <dgm:prSet/>
      <dgm:spPr/>
      <dgm:t>
        <a:bodyPr/>
        <a:lstStyle/>
        <a:p>
          <a:endParaRPr lang="en-GB"/>
        </a:p>
      </dgm:t>
    </dgm:pt>
    <dgm:pt modelId="{801AE17F-C31F-CA43-BC84-69CE827808FD}" type="pres">
      <dgm:prSet presAssocID="{06A8F40A-6895-D54A-891B-0666CD46C550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06EE72E4-7873-9447-9BF1-5DC88BD79E5B}" type="pres">
      <dgm:prSet presAssocID="{C1C1743D-B186-F748-A62C-FD5A8898EAD1}" presName="horFlow" presStyleCnt="0"/>
      <dgm:spPr/>
    </dgm:pt>
    <dgm:pt modelId="{259A7068-6F6F-9B4D-894D-518C62EBCA00}" type="pres">
      <dgm:prSet presAssocID="{C1C1743D-B186-F748-A62C-FD5A8898EAD1}" presName="bigChev" presStyleLbl="node1" presStyleIdx="0" presStyleCnt="1" custAng="0" custScaleX="137387" custLinFactNeighborX="23488" custLinFactNeighborY="44"/>
      <dgm:spPr/>
    </dgm:pt>
  </dgm:ptLst>
  <dgm:cxnLst>
    <dgm:cxn modelId="{5CCA5F2A-4954-FF43-8687-2DC8E689D82F}" type="presOf" srcId="{06A8F40A-6895-D54A-891B-0666CD46C550}" destId="{801AE17F-C31F-CA43-BC84-69CE827808FD}" srcOrd="0" destOrd="0" presId="urn:microsoft.com/office/officeart/2005/8/layout/lProcess3"/>
    <dgm:cxn modelId="{556D64A5-CEA6-3040-B2B1-568B85FB8AA7}" type="presOf" srcId="{C1C1743D-B186-F748-A62C-FD5A8898EAD1}" destId="{259A7068-6F6F-9B4D-894D-518C62EBCA00}" srcOrd="0" destOrd="0" presId="urn:microsoft.com/office/officeart/2005/8/layout/lProcess3"/>
    <dgm:cxn modelId="{67CFEEEF-B575-2949-97D0-9FE1107E538B}" srcId="{06A8F40A-6895-D54A-891B-0666CD46C550}" destId="{C1C1743D-B186-F748-A62C-FD5A8898EAD1}" srcOrd="0" destOrd="0" parTransId="{BFDED490-0320-3A44-AD14-229EFAEF53D6}" sibTransId="{4D310E4D-EC3C-4D47-A9BB-A0B136EAB064}"/>
    <dgm:cxn modelId="{FB2D6210-190A-204E-B71F-517859FDEE68}" type="presParOf" srcId="{801AE17F-C31F-CA43-BC84-69CE827808FD}" destId="{06EE72E4-7873-9447-9BF1-5DC88BD79E5B}" srcOrd="0" destOrd="0" presId="urn:microsoft.com/office/officeart/2005/8/layout/lProcess3"/>
    <dgm:cxn modelId="{FB235A8D-837A-A841-8A54-20EA48662ADC}" type="presParOf" srcId="{06EE72E4-7873-9447-9BF1-5DC88BD79E5B}" destId="{259A7068-6F6F-9B4D-894D-518C62EBCA00}" srcOrd="0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</a:t>
          </a:r>
          <a:r>
            <a:rPr lang="es-ES" sz="1000" b="1" kern="1200" dirty="0" err="1">
              <a:solidFill>
                <a:srgbClr val="002060"/>
              </a:solidFill>
            </a:rPr>
            <a:t>Classification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tree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kern="1200" dirty="0"/>
            <a:t>Laura, Mario</a:t>
          </a:r>
        </a:p>
      </dsp:txBody>
      <dsp:txXfrm>
        <a:off x="859266" y="0"/>
        <a:ext cx="3142577" cy="419413"/>
      </dsp:txXfrm>
    </dsp:sp>
    <dsp:sp modelId="{EF2D8EC3-8FE2-4E7C-B86A-83EDAF07162F}">
      <dsp:nvSpPr>
        <dsp:cNvPr id="0" name=""/>
        <dsp:cNvSpPr/>
      </dsp:nvSpPr>
      <dsp:spPr>
        <a:xfrm>
          <a:off x="58897" y="45823"/>
          <a:ext cx="800368" cy="32776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761105-B57E-4142-A234-EC95E6C52F6F}">
      <dsp:nvSpPr>
        <dsp:cNvPr id="0" name=""/>
        <dsp:cNvSpPr/>
      </dsp:nvSpPr>
      <dsp:spPr>
        <a:xfrm>
          <a:off x="0" y="504193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b="1" kern="1200" dirty="0">
              <a:solidFill>
                <a:srgbClr val="002060"/>
              </a:solidFill>
            </a:rPr>
            <a:t>	</a:t>
          </a:r>
          <a:r>
            <a:rPr lang="es-ES" sz="1100" b="1" kern="1200" dirty="0">
              <a:solidFill>
                <a:srgbClr val="002060"/>
              </a:solidFill>
            </a:rPr>
            <a:t>GLM – </a:t>
          </a:r>
          <a:r>
            <a:rPr lang="es-ES" sz="1100" kern="1200" dirty="0"/>
            <a:t>Mario, Melissa, </a:t>
          </a:r>
          <a:r>
            <a:rPr lang="es-ES" sz="1100" kern="1200" dirty="0" err="1"/>
            <a:t>Wenjia</a:t>
          </a:r>
          <a:endParaRPr lang="es-ES" sz="1400" kern="1200" dirty="0"/>
        </a:p>
      </dsp:txBody>
      <dsp:txXfrm>
        <a:off x="859266" y="504193"/>
        <a:ext cx="3142577" cy="419413"/>
      </dsp:txXfrm>
    </dsp:sp>
    <dsp:sp modelId="{459A9BEF-97B9-4E0D-BEF7-43C9AE90C871}">
      <dsp:nvSpPr>
        <dsp:cNvPr id="0" name=""/>
        <dsp:cNvSpPr/>
      </dsp:nvSpPr>
      <dsp:spPr>
        <a:xfrm>
          <a:off x="58897" y="478311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1008387"/>
          <a:ext cx="4001844" cy="4273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59266" y="1008387"/>
        <a:ext cx="3142577" cy="427347"/>
      </dsp:txXfrm>
    </dsp:sp>
    <dsp:sp modelId="{C9E8AD8B-B134-4129-BD9A-C060E9DACAFC}">
      <dsp:nvSpPr>
        <dsp:cNvPr id="0" name=""/>
        <dsp:cNvSpPr/>
      </dsp:nvSpPr>
      <dsp:spPr>
        <a:xfrm>
          <a:off x="58897" y="1011945"/>
          <a:ext cx="800368" cy="42023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494631"/>
          <a:ext cx="4001844" cy="7710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59266" y="1494631"/>
        <a:ext cx="3142577" cy="771019"/>
      </dsp:txXfrm>
    </dsp:sp>
    <dsp:sp modelId="{D306C488-315E-46F7-B989-FFF5212BF6E2}">
      <dsp:nvSpPr>
        <dsp:cNvPr id="0" name=""/>
        <dsp:cNvSpPr/>
      </dsp:nvSpPr>
      <dsp:spPr>
        <a:xfrm>
          <a:off x="58897" y="1664935"/>
          <a:ext cx="800368" cy="43041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324548"/>
          <a:ext cx="4001844" cy="5889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59266" y="2324548"/>
        <a:ext cx="3142577" cy="588973"/>
      </dsp:txXfrm>
    </dsp:sp>
    <dsp:sp modelId="{D58F51A8-C9AC-49A7-BF07-49E56398E46B}">
      <dsp:nvSpPr>
        <dsp:cNvPr id="0" name=""/>
        <dsp:cNvSpPr/>
      </dsp:nvSpPr>
      <dsp:spPr>
        <a:xfrm>
          <a:off x="58897" y="2383445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3A4D826-B1A8-D24F-BF3E-D0DBA84542CC}">
      <dsp:nvSpPr>
        <dsp:cNvPr id="0" name=""/>
        <dsp:cNvSpPr/>
      </dsp:nvSpPr>
      <dsp:spPr>
        <a:xfrm>
          <a:off x="0" y="0"/>
          <a:ext cx="1615465" cy="57270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4016" tIns="41339" rIns="41339" bIns="41339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100" b="1" i="0" kern="1200" dirty="0"/>
            <a:t>9NN</a:t>
          </a:r>
          <a:endParaRPr lang="en-ES" sz="3100" kern="1200" dirty="0"/>
        </a:p>
      </dsp:txBody>
      <dsp:txXfrm>
        <a:off x="286350" y="0"/>
        <a:ext cx="1042765" cy="5727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9A7068-6F6F-9B4D-894D-518C62EBCA00}">
      <dsp:nvSpPr>
        <dsp:cNvPr id="0" name=""/>
        <dsp:cNvSpPr/>
      </dsp:nvSpPr>
      <dsp:spPr>
        <a:xfrm>
          <a:off x="626215" y="327"/>
          <a:ext cx="1822240" cy="53054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12065" rIns="0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b="1" i="0" kern="1200" dirty="0" err="1"/>
            <a:t>Naive</a:t>
          </a:r>
          <a:r>
            <a:rPr lang="es-ES" sz="1900" b="1" i="0" kern="1200" dirty="0"/>
            <a:t> Bayes</a:t>
          </a:r>
          <a:endParaRPr lang="en-ES" sz="1900" kern="1200" dirty="0"/>
        </a:p>
      </dsp:txBody>
      <dsp:txXfrm>
        <a:off x="891486" y="327"/>
        <a:ext cx="1291698" cy="5305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98e4d128e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98e4d128e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4.xml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microsoft.com/office/2007/relationships/diagramDrawing" Target="../diagrams/drawing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11" Type="http://schemas.openxmlformats.org/officeDocument/2006/relationships/diagramColors" Target="../diagrams/colors4.xml"/><Relationship Id="rId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4.xml"/><Relationship Id="rId4" Type="http://schemas.openxmlformats.org/officeDocument/2006/relationships/diagramLayout" Target="../diagrams/layout3.xml"/><Relationship Id="rId9" Type="http://schemas.openxmlformats.org/officeDocument/2006/relationships/diagramLayout" Target="../diagrams/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5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5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>
            <p:extLst>
              <p:ext uri="{D42A27DB-BD31-4B8C-83A1-F6EECF244321}">
                <p14:modId xmlns:p14="http://schemas.microsoft.com/office/powerpoint/2010/main" val="2777133415"/>
              </p:ext>
            </p:extLst>
          </p:nvPr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9665191"/>
              </p:ext>
            </p:extLst>
          </p:nvPr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0FFB83-8E21-7296-84C8-9ECFA09FD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03" y="197859"/>
            <a:ext cx="8273393" cy="572700"/>
          </a:xfrm>
        </p:spPr>
        <p:txBody>
          <a:bodyPr/>
          <a:lstStyle/>
          <a:p>
            <a:r>
              <a:rPr lang="es-ES" sz="2400" dirty="0"/>
              <a:t>Actualizaciones en el ADVANCED PREPROCESSING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F4F94B9-F1EB-A09C-2069-F6656171DE38}"/>
              </a:ext>
            </a:extLst>
          </p:cNvPr>
          <p:cNvSpPr txBox="1"/>
          <p:nvPr/>
        </p:nvSpPr>
        <p:spPr>
          <a:xfrm>
            <a:off x="645458" y="715075"/>
            <a:ext cx="727217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Missings</a:t>
            </a:r>
            <a:r>
              <a:rPr lang="es-ES" dirty="0"/>
              <a:t>: mantenemos imputación por MICE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Outliers</a:t>
            </a:r>
            <a:r>
              <a:rPr lang="es-ES" dirty="0"/>
              <a:t>: los mantenemos dado que entran dentro de la aleatoriedad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Búsqueda de duplicados: NO se encuentran duplicados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3F209C4-873E-1B49-1E51-3263F3736354}"/>
              </a:ext>
            </a:extLst>
          </p:cNvPr>
          <p:cNvSpPr txBox="1">
            <a:spLocks/>
          </p:cNvSpPr>
          <p:nvPr/>
        </p:nvSpPr>
        <p:spPr>
          <a:xfrm>
            <a:off x="144846" y="1870554"/>
            <a:ext cx="856385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r>
              <a:rPr lang="es-ES" sz="2400" dirty="0"/>
              <a:t>Ingeniería de variables: patrones detectados</a:t>
            </a:r>
          </a:p>
        </p:txBody>
      </p:sp>
      <p:pic>
        <p:nvPicPr>
          <p:cNvPr id="14" name="Imagen 13" descr="Gráfico&#10;&#10;El contenido generado por IA puede ser incorrecto.">
            <a:extLst>
              <a:ext uri="{FF2B5EF4-FFF2-40B4-BE49-F238E27FC236}">
                <a16:creationId xmlns:a16="http://schemas.microsoft.com/office/drawing/2014/main" id="{EACF4514-2DC9-8FB5-C156-484DCACBC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8748" y="2539024"/>
            <a:ext cx="2790875" cy="1917976"/>
          </a:xfrm>
          <a:prstGeom prst="rect">
            <a:avLst/>
          </a:prstGeom>
        </p:spPr>
      </p:pic>
      <p:pic>
        <p:nvPicPr>
          <p:cNvPr id="26" name="Imagen 25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5ABCF626-9195-0660-0612-DE4980DDFB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6" y="2602167"/>
            <a:ext cx="3240749" cy="1826258"/>
          </a:xfrm>
          <a:prstGeom prst="rect">
            <a:avLst/>
          </a:prstGeom>
        </p:spPr>
      </p:pic>
      <p:pic>
        <p:nvPicPr>
          <p:cNvPr id="28" name="Imagen 27" descr="Gráfico, Gráfico en cascada&#10;&#10;El contenido generado por IA puede ser incorrecto.">
            <a:extLst>
              <a:ext uri="{FF2B5EF4-FFF2-40B4-BE49-F238E27FC236}">
                <a16:creationId xmlns:a16="http://schemas.microsoft.com/office/drawing/2014/main" id="{E8CBDA51-99C1-1CBB-938D-31784722A3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6867" y="2602167"/>
            <a:ext cx="3109857" cy="174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854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28"/>
          <p:cNvSpPr txBox="1">
            <a:spLocks noGrp="1"/>
          </p:cNvSpPr>
          <p:nvPr>
            <p:ph type="title"/>
          </p:nvPr>
        </p:nvSpPr>
        <p:spPr>
          <a:xfrm>
            <a:off x="1397850" y="536967"/>
            <a:ext cx="63482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630" name="Google Shape;630;p28"/>
          <p:cNvGrpSpPr/>
          <p:nvPr/>
        </p:nvGrpSpPr>
        <p:grpSpPr>
          <a:xfrm>
            <a:off x="204394" y="1279681"/>
            <a:ext cx="1193456" cy="1292069"/>
            <a:chOff x="961500" y="2262259"/>
            <a:chExt cx="1607244" cy="1614077"/>
          </a:xfrm>
        </p:grpSpPr>
        <p:sp>
          <p:nvSpPr>
            <p:cNvPr id="631" name="Google Shape;631;p28"/>
            <p:cNvSpPr/>
            <p:nvPr/>
          </p:nvSpPr>
          <p:spPr>
            <a:xfrm>
              <a:off x="961500" y="2262259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2" name="Google Shape;632;p28"/>
            <p:cNvGrpSpPr/>
            <p:nvPr/>
          </p:nvGrpSpPr>
          <p:grpSpPr>
            <a:xfrm>
              <a:off x="1002560" y="2800560"/>
              <a:ext cx="1524900" cy="856208"/>
              <a:chOff x="1002560" y="2800560"/>
              <a:chExt cx="1524900" cy="856208"/>
            </a:xfrm>
          </p:grpSpPr>
          <p:sp>
            <p:nvSpPr>
              <p:cNvPr id="633" name="Google Shape;633;p28"/>
              <p:cNvSpPr txBox="1"/>
              <p:nvPr/>
            </p:nvSpPr>
            <p:spPr>
              <a:xfrm>
                <a:off x="1079360" y="2800560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34" name="Google Shape;634;p28"/>
              <p:cNvSpPr txBox="1"/>
              <p:nvPr/>
            </p:nvSpPr>
            <p:spPr>
              <a:xfrm>
                <a:off x="1002560" y="3069968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64200"/>
          </a:xfrm>
          <a:prstGeom prst="rect">
            <a:avLst/>
          </a:prstGeom>
        </p:spPr>
      </p:pic>
      <p:sp>
        <p:nvSpPr>
          <p:cNvPr id="10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862342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17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METODOLOGÍA ESTÁNDAR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POLÍTICA DE BALANCEO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290457" y="539500"/>
            <a:ext cx="863839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PRIMEROS MODELOS</a:t>
            </a:r>
            <a:endParaRPr dirty="0"/>
          </a:p>
        </p:txBody>
      </p:sp>
      <p:graphicFrame>
        <p:nvGraphicFramePr>
          <p:cNvPr id="4" name="Tabla 3"/>
          <p:cNvGraphicFramePr>
            <a:graphicFrameLocks noGrp="1"/>
          </p:cNvGraphicFramePr>
          <p:nvPr/>
        </p:nvGraphicFramePr>
        <p:xfrm>
          <a:off x="2462406" y="2051066"/>
          <a:ext cx="4374692" cy="520684"/>
        </p:xfrm>
        <a:graphic>
          <a:graphicData uri="http://schemas.openxmlformats.org/drawingml/2006/table">
            <a:tbl>
              <a:tblPr/>
              <a:tblGrid>
                <a:gridCol w="6113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6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6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1615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68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68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034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TRAIN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sz="1100" b="1" u="none" strike="noStrike" dirty="0">
                          <a:effectLst/>
                          <a:latin typeface="+mj-lt"/>
                        </a:rPr>
                        <a:t>0.7477551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sz="1100" b="1" u="none" strike="noStrike" dirty="0">
                          <a:effectLst/>
                          <a:latin typeface="+mj-lt"/>
                        </a:rPr>
                        <a:t>0.4010743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sz="1100" b="1" u="none" strike="noStrike">
                          <a:effectLst/>
                          <a:latin typeface="+mj-lt"/>
                        </a:rPr>
                        <a:t>0.4413793</a:t>
                      </a:r>
                      <a:endParaRPr lang="es-ES" sz="1100" b="1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sz="1100" b="1" u="none" strike="noStrike" dirty="0">
                          <a:effectLst/>
                          <a:latin typeface="+mj-lt"/>
                        </a:rPr>
                        <a:t>0.8277992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sz="1100" b="1" u="none" strike="noStrike" dirty="0">
                          <a:effectLst/>
                          <a:latin typeface="+mj-lt"/>
                        </a:rPr>
                        <a:t>0.4202627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34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TEST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sz="1100" b="1" u="none" strike="noStrike" dirty="0">
                          <a:effectLst/>
                          <a:latin typeface="+mj-lt"/>
                        </a:rPr>
                        <a:t>0.7595238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sz="1100" b="1" u="none" strike="noStrike" dirty="0">
                          <a:effectLst/>
                          <a:latin typeface="+mj-lt"/>
                        </a:rPr>
                        <a:t>0.4264706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sz="1100" b="1" u="none" strike="noStrike" dirty="0">
                          <a:effectLst/>
                          <a:latin typeface="+mj-lt"/>
                        </a:rPr>
                        <a:t>0.4666667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sz="1100" b="1" u="none" strike="noStrike" dirty="0">
                          <a:effectLst/>
                          <a:latin typeface="+mj-lt"/>
                        </a:rPr>
                        <a:t>0.8360360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sz="1100" b="1" u="none" strike="noStrike" dirty="0">
                          <a:effectLst/>
                          <a:latin typeface="+mj-lt"/>
                        </a:rPr>
                        <a:t>0.4456641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2455224" y="1148854"/>
          <a:ext cx="4381876" cy="778842"/>
        </p:xfrm>
        <a:graphic>
          <a:graphicData uri="http://schemas.openxmlformats.org/drawingml/2006/table">
            <a:tbl>
              <a:tblPr/>
              <a:tblGrid>
                <a:gridCol w="641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00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5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81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8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es-ES" sz="1100" b="1" i="0" u="none" strike="noStrike" dirty="0">
                          <a:solidFill>
                            <a:srgbClr val="7030A0"/>
                          </a:solidFill>
                          <a:effectLst/>
                          <a:latin typeface="+mj-lt"/>
                        </a:rPr>
                        <a:t>Split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es-ES" sz="1100" b="1" dirty="0">
                          <a:solidFill>
                            <a:srgbClr val="7030A0"/>
                          </a:solidFill>
                          <a:effectLst/>
                          <a:latin typeface="+mj-lt"/>
                          <a:sym typeface="+mn-ea"/>
                        </a:rPr>
                        <a:t>Accuracy</a:t>
                      </a:r>
                      <a:endParaRPr lang="en-US" altLang="es-ES" sz="1100" b="1" i="0" u="none" strike="noStrike" dirty="0">
                        <a:solidFill>
                          <a:srgbClr val="7030A0"/>
                        </a:solidFill>
                        <a:effectLst/>
                        <a:latin typeface="+mj-lt"/>
                        <a:sym typeface="+mn-ea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zh-CN" sz="1100" b="1" i="0" u="none" strike="noStrike" dirty="0">
                          <a:solidFill>
                            <a:srgbClr val="7030A0"/>
                          </a:solidFill>
                          <a:effectLst/>
                          <a:latin typeface="+mj-lt"/>
                        </a:rPr>
                        <a:t>Precision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es-ES" sz="1100" b="1" dirty="0">
                          <a:solidFill>
                            <a:srgbClr val="7030A0"/>
                          </a:solidFill>
                          <a:effectLst/>
                          <a:latin typeface="+mj-lt"/>
                          <a:sym typeface="+mn-ea"/>
                        </a:rPr>
                        <a:t>Recall</a:t>
                      </a:r>
                      <a:endParaRPr lang="en-US" altLang="es-ES" sz="1100" b="1" i="0" u="none" strike="noStrike" dirty="0">
                        <a:solidFill>
                          <a:srgbClr val="7030A0"/>
                        </a:solidFill>
                        <a:effectLst/>
                        <a:latin typeface="+mj-lt"/>
                        <a:sym typeface="+mn-ea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es-ES" sz="1100" b="1" i="0" u="none" strike="noStrike" dirty="0">
                          <a:solidFill>
                            <a:srgbClr val="7030A0"/>
                          </a:solidFill>
                          <a:effectLst/>
                          <a:latin typeface="+mj-lt"/>
                        </a:rPr>
                        <a:t>Specificity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es-ES" sz="1100" b="1" i="0" u="none" strike="noStrike" dirty="0">
                          <a:solidFill>
                            <a:srgbClr val="7030A0"/>
                          </a:solidFill>
                          <a:effectLst/>
                          <a:latin typeface="+mj-lt"/>
                        </a:rPr>
                        <a:t>F1-Score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840787724"/>
                  </a:ext>
                </a:extLst>
              </a:tr>
              <a:tr h="24446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sz="1100" b="1" i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TRAIN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s-ES" sz="1100" b="1" i="0" dirty="0">
                          <a:solidFill>
                            <a:srgbClr val="000000"/>
                          </a:solidFill>
                          <a:effectLst/>
                        </a:rPr>
                        <a:t>0.7708163</a:t>
                      </a:r>
                    </a:p>
                  </a:txBody>
                  <a:tcPr marL="9842" marR="9842" marT="9842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sz="1100" b="1" u="none" strike="noStrike" dirty="0">
                          <a:effectLst/>
                        </a:rPr>
                        <a:t>0.4686241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s-ES" sz="1100" b="1" i="0" dirty="0">
                          <a:solidFill>
                            <a:srgbClr val="000000"/>
                          </a:solidFill>
                          <a:effectLst/>
                        </a:rPr>
                        <a:t>0.8027613</a:t>
                      </a:r>
                    </a:p>
                  </a:txBody>
                  <a:tcPr marL="9842" marR="9842" marT="984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s-ES" sz="1100" b="1" i="0" dirty="0">
                          <a:solidFill>
                            <a:srgbClr val="000000"/>
                          </a:solidFill>
                          <a:effectLst/>
                        </a:rPr>
                        <a:t>0.7624807</a:t>
                      </a:r>
                    </a:p>
                  </a:txBody>
                  <a:tcPr marL="9842" marR="9842" marT="984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s-ES" sz="1100" b="1" i="0" dirty="0">
                          <a:solidFill>
                            <a:srgbClr val="000000"/>
                          </a:solidFill>
                          <a:effectLst/>
                        </a:rPr>
                        <a:t>0.5917848</a:t>
                      </a:r>
                    </a:p>
                  </a:txBody>
                  <a:tcPr marL="9842" marR="9842" marT="9842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54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sz="1100" b="1" i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TEST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dirty="0">
                          <a:solidFill>
                            <a:srgbClr val="000000"/>
                          </a:solidFill>
                          <a:effectLst/>
                        </a:rPr>
                        <a:t>0.6790476</a:t>
                      </a:r>
                    </a:p>
                  </a:txBody>
                  <a:tcPr marL="9842" marR="9842" marT="9842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dirty="0">
                          <a:solidFill>
                            <a:srgbClr val="000000"/>
                          </a:solidFill>
                          <a:effectLst/>
                        </a:rPr>
                        <a:t>0.3342618</a:t>
                      </a:r>
                    </a:p>
                  </a:txBody>
                  <a:tcPr marL="9842" marR="9842" marT="9842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dirty="0">
                          <a:solidFill>
                            <a:srgbClr val="000000"/>
                          </a:solidFill>
                          <a:effectLst/>
                        </a:rPr>
                        <a:t>0.5504587</a:t>
                      </a:r>
                    </a:p>
                  </a:txBody>
                  <a:tcPr marL="9842" marR="9842" marT="9842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dirty="0">
                          <a:solidFill>
                            <a:srgbClr val="000000"/>
                          </a:solidFill>
                          <a:effectLst/>
                        </a:rPr>
                        <a:t>0.7127404</a:t>
                      </a:r>
                    </a:p>
                  </a:txBody>
                  <a:tcPr marL="9842" marR="9842" marT="9842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dirty="0">
                          <a:solidFill>
                            <a:srgbClr val="000000"/>
                          </a:solidFill>
                          <a:effectLst/>
                        </a:rPr>
                        <a:t>0.4159445</a:t>
                      </a:r>
                    </a:p>
                  </a:txBody>
                  <a:tcPr marL="9842" marR="9842" marT="9842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CuadroTexto 6"/>
          <p:cNvSpPr txBox="1"/>
          <p:nvPr/>
        </p:nvSpPr>
        <p:spPr>
          <a:xfrm>
            <a:off x="534539" y="2607967"/>
            <a:ext cx="8609461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300" b="1" dirty="0"/>
              <a:t>Naive Bayes:</a:t>
            </a:r>
            <a:r>
              <a:rPr lang="en-GB" sz="13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300" dirty="0"/>
              <a:t>Se </a:t>
            </a:r>
            <a:r>
              <a:rPr lang="en-GB" sz="1300" dirty="0" err="1"/>
              <a:t>aplicó</a:t>
            </a:r>
            <a:r>
              <a:rPr lang="en-GB" sz="1300" dirty="0"/>
              <a:t> </a:t>
            </a:r>
            <a:r>
              <a:rPr lang="en-GB" sz="1300" dirty="0" err="1"/>
              <a:t>el</a:t>
            </a:r>
            <a:r>
              <a:rPr lang="en-GB" sz="1300" dirty="0"/>
              <a:t> </a:t>
            </a:r>
            <a:r>
              <a:rPr lang="en-GB" sz="1300" dirty="0">
                <a:solidFill>
                  <a:srgbClr val="FF0000"/>
                </a:solidFill>
              </a:rPr>
              <a:t>FAMD</a:t>
            </a:r>
            <a:r>
              <a:rPr lang="en-GB" sz="1300" dirty="0"/>
              <a:t>, </a:t>
            </a:r>
            <a:r>
              <a:rPr lang="en-GB" sz="1300" dirty="0" err="1"/>
              <a:t>obteniendo</a:t>
            </a:r>
            <a:r>
              <a:rPr lang="en-GB" sz="1300" dirty="0"/>
              <a:t> </a:t>
            </a:r>
            <a:r>
              <a:rPr lang="en-GB" sz="1300" dirty="0" err="1"/>
              <a:t>una</a:t>
            </a:r>
            <a:r>
              <a:rPr lang="en-GB" sz="1300" dirty="0"/>
              <a:t> </a:t>
            </a:r>
            <a:r>
              <a:rPr lang="en-GB" sz="1300" dirty="0" err="1"/>
              <a:t>leve</a:t>
            </a:r>
            <a:r>
              <a:rPr lang="en-GB" sz="1300" dirty="0"/>
              <a:t> </a:t>
            </a:r>
            <a:r>
              <a:rPr lang="en-GB" sz="1300" dirty="0" err="1"/>
              <a:t>mejora</a:t>
            </a:r>
            <a:r>
              <a:rPr lang="en-GB" sz="1300" dirty="0"/>
              <a:t> general </a:t>
            </a:r>
            <a:r>
              <a:rPr lang="en-GB" sz="1300" dirty="0" err="1"/>
              <a:t>en</a:t>
            </a:r>
            <a:r>
              <a:rPr lang="en-GB" sz="1300" dirty="0"/>
              <a:t> las </a:t>
            </a:r>
            <a:r>
              <a:rPr lang="en-GB" sz="1300" dirty="0" err="1"/>
              <a:t>métricas</a:t>
            </a:r>
            <a:endParaRPr lang="en-GB" sz="13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300" dirty="0"/>
              <a:t>No se ha </a:t>
            </a:r>
            <a:r>
              <a:rPr lang="en-GB" sz="1300" dirty="0" err="1"/>
              <a:t>detectado</a:t>
            </a:r>
            <a:r>
              <a:rPr lang="en-GB" sz="1300" dirty="0"/>
              <a:t> </a:t>
            </a:r>
            <a:r>
              <a:rPr lang="en-GB" sz="1300" dirty="0" err="1"/>
              <a:t>sobreajuste</a:t>
            </a:r>
            <a:endParaRPr lang="en-GB" sz="13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300" dirty="0"/>
              <a:t>No hay </a:t>
            </a:r>
            <a:r>
              <a:rPr lang="en-GB" sz="1300" dirty="0" err="1"/>
              <a:t>diferencia</a:t>
            </a:r>
            <a:r>
              <a:rPr lang="en-GB" sz="1300" dirty="0"/>
              <a:t> entre </a:t>
            </a:r>
            <a:r>
              <a:rPr lang="en-GB" sz="1300" dirty="0" err="1"/>
              <a:t>métodos</a:t>
            </a:r>
            <a:r>
              <a:rPr lang="en-GB" sz="1300" dirty="0"/>
              <a:t> de </a:t>
            </a:r>
            <a:r>
              <a:rPr lang="en-GB" sz="1300" dirty="0" err="1"/>
              <a:t>balanceo</a:t>
            </a:r>
            <a:endParaRPr lang="en-GB" sz="1300" dirty="0"/>
          </a:p>
          <a:p>
            <a:r>
              <a:rPr lang="en-GB" sz="1300" b="1" dirty="0"/>
              <a:t>KNN (9NN)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300" dirty="0"/>
              <a:t>Entre </a:t>
            </a:r>
            <a:r>
              <a:rPr lang="en-GB" sz="1300" dirty="0" err="1"/>
              <a:t>los</a:t>
            </a:r>
            <a:r>
              <a:rPr lang="en-GB" sz="1300" dirty="0"/>
              <a:t> </a:t>
            </a:r>
            <a:r>
              <a:rPr lang="en-GB" sz="1300" dirty="0" err="1"/>
              <a:t>métodos</a:t>
            </a:r>
            <a:r>
              <a:rPr lang="en-GB" sz="1300" dirty="0"/>
              <a:t> de </a:t>
            </a:r>
            <a:r>
              <a:rPr lang="en-GB" sz="1300" dirty="0" err="1"/>
              <a:t>balanceo</a:t>
            </a:r>
            <a:r>
              <a:rPr lang="en-GB" sz="1300" dirty="0"/>
              <a:t>, </a:t>
            </a:r>
            <a:r>
              <a:rPr lang="en-GB" sz="1300" i="1" dirty="0">
                <a:solidFill>
                  <a:srgbClr val="7030A0"/>
                </a:solidFill>
              </a:rPr>
              <a:t>SMOTE</a:t>
            </a:r>
            <a:r>
              <a:rPr lang="en-GB" sz="1300" i="1" dirty="0"/>
              <a:t>, (</a:t>
            </a:r>
            <a:r>
              <a:rPr lang="en-GB" sz="1300" dirty="0" err="1"/>
              <a:t>ofreció</a:t>
            </a:r>
            <a:r>
              <a:rPr lang="en-GB" sz="1300" dirty="0"/>
              <a:t> </a:t>
            </a:r>
            <a:r>
              <a:rPr lang="en-GB" sz="1300" dirty="0" err="1"/>
              <a:t>los</a:t>
            </a:r>
            <a:r>
              <a:rPr lang="en-GB" sz="1300" dirty="0"/>
              <a:t> </a:t>
            </a:r>
            <a:r>
              <a:rPr lang="en-GB" sz="1300" dirty="0" err="1"/>
              <a:t>mejoros</a:t>
            </a:r>
            <a:r>
              <a:rPr lang="en-GB" sz="1300" dirty="0"/>
              <a:t> </a:t>
            </a:r>
            <a:r>
              <a:rPr lang="en-GB" sz="1300" dirty="0" err="1"/>
              <a:t>resultados</a:t>
            </a:r>
            <a:r>
              <a:rPr lang="en-GB" sz="1300" dirty="0"/>
              <a:t> via </a:t>
            </a:r>
            <a:r>
              <a:rPr lang="en-GB" sz="1300" dirty="0" err="1"/>
              <a:t>poca</a:t>
            </a:r>
            <a:r>
              <a:rPr lang="en-GB" sz="1300" dirty="0"/>
              <a:t> </a:t>
            </a:r>
            <a:r>
              <a:rPr lang="en-GB" sz="1300" dirty="0" err="1"/>
              <a:t>diferencia</a:t>
            </a:r>
            <a:r>
              <a:rPr lang="en-GB" sz="13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300" dirty="0" err="1"/>
              <a:t>Detección</a:t>
            </a:r>
            <a:r>
              <a:rPr lang="en-GB" sz="1300" dirty="0"/>
              <a:t> de </a:t>
            </a:r>
            <a:r>
              <a:rPr lang="en-GB" sz="1300" i="1" dirty="0">
                <a:solidFill>
                  <a:srgbClr val="7030A0"/>
                </a:solidFill>
              </a:rPr>
              <a:t>ligero </a:t>
            </a:r>
            <a:r>
              <a:rPr lang="en-GB" sz="1300" i="1" dirty="0" err="1">
                <a:solidFill>
                  <a:srgbClr val="7030A0"/>
                </a:solidFill>
              </a:rPr>
              <a:t>sobreajuste</a:t>
            </a:r>
            <a:endParaRPr lang="en-GB" sz="1300" i="1" dirty="0">
              <a:solidFill>
                <a:srgbClr val="7030A0"/>
              </a:solidFill>
            </a:endParaRPr>
          </a:p>
          <a:p>
            <a:endParaRPr lang="en-GB" i="1" dirty="0"/>
          </a:p>
          <a:p>
            <a:r>
              <a:rPr lang="en-GB" sz="1200" i="1" dirty="0"/>
              <a:t>En ambos temenos </a:t>
            </a:r>
            <a:r>
              <a:rPr lang="en-GB" sz="1200" i="1" dirty="0" err="1"/>
              <a:t>una</a:t>
            </a:r>
            <a:r>
              <a:rPr lang="en-GB" sz="1200" i="1" dirty="0"/>
              <a:t> </a:t>
            </a:r>
            <a:r>
              <a:rPr lang="en-GB" sz="1200" i="1" dirty="0" err="1"/>
              <a:t>alta</a:t>
            </a:r>
            <a:r>
              <a:rPr lang="en-GB" sz="1200" i="1" dirty="0"/>
              <a:t> </a:t>
            </a:r>
            <a:r>
              <a:rPr lang="en-GB" sz="1200" i="1" dirty="0" err="1"/>
              <a:t>especificidad</a:t>
            </a:r>
            <a:r>
              <a:rPr lang="en-GB" sz="1200" i="1" dirty="0"/>
              <a:t>, </a:t>
            </a:r>
            <a:r>
              <a:rPr lang="en-GB" sz="1200" i="1" dirty="0" err="1"/>
              <a:t>por</a:t>
            </a:r>
            <a:r>
              <a:rPr lang="en-GB" sz="1200" i="1" dirty="0"/>
              <a:t> lo tanto, </a:t>
            </a:r>
            <a:r>
              <a:rPr lang="en-GB" sz="1200" i="1" dirty="0" err="1"/>
              <a:t>correcto</a:t>
            </a:r>
            <a:r>
              <a:rPr lang="en-GB" sz="1200" i="1" dirty="0"/>
              <a:t> para detector </a:t>
            </a:r>
            <a:r>
              <a:rPr lang="en-GB" sz="1200" i="1" dirty="0" err="1"/>
              <a:t>los</a:t>
            </a:r>
            <a:r>
              <a:rPr lang="en-GB" sz="1200" i="1" dirty="0"/>
              <a:t> </a:t>
            </a:r>
            <a:r>
              <a:rPr lang="en-GB" sz="1200" i="1" dirty="0" err="1"/>
              <a:t>casos</a:t>
            </a:r>
            <a:r>
              <a:rPr lang="en-GB" sz="1200" i="1" dirty="0"/>
              <a:t> </a:t>
            </a:r>
            <a:r>
              <a:rPr lang="en-GB" sz="1200" i="1" dirty="0" err="1"/>
              <a:t>negativos</a:t>
            </a:r>
            <a:r>
              <a:rPr lang="en-GB" sz="1200" i="1" dirty="0"/>
              <a:t> </a:t>
            </a:r>
            <a:r>
              <a:rPr lang="en-GB" sz="1200" i="1" dirty="0" err="1"/>
              <a:t>pero</a:t>
            </a:r>
            <a:r>
              <a:rPr lang="en-GB" sz="1200" i="1" dirty="0"/>
              <a:t> </a:t>
            </a:r>
            <a:r>
              <a:rPr lang="en-GB" sz="1200" i="1" dirty="0" err="1"/>
              <a:t>en</a:t>
            </a:r>
            <a:r>
              <a:rPr lang="en-GB" sz="1200" i="1" dirty="0"/>
              <a:t> </a:t>
            </a:r>
            <a:r>
              <a:rPr lang="en-GB" sz="1200" i="1" dirty="0" err="1"/>
              <a:t>nuestro</a:t>
            </a:r>
            <a:r>
              <a:rPr lang="en-GB" sz="1200" i="1" dirty="0"/>
              <a:t> </a:t>
            </a:r>
            <a:r>
              <a:rPr lang="en-GB" sz="1200" i="1" dirty="0" err="1"/>
              <a:t>estudio</a:t>
            </a:r>
            <a:r>
              <a:rPr lang="en-GB" sz="1200" i="1" dirty="0"/>
              <a:t> </a:t>
            </a:r>
            <a:r>
              <a:rPr lang="en-GB" sz="1200" i="1" dirty="0" err="1"/>
              <a:t>nos</a:t>
            </a:r>
            <a:r>
              <a:rPr lang="en-GB" sz="1200" i="1" dirty="0"/>
              <a:t> </a:t>
            </a:r>
            <a:r>
              <a:rPr lang="en-GB" sz="1200" i="1" dirty="0" err="1"/>
              <a:t>interesa</a:t>
            </a:r>
            <a:r>
              <a:rPr lang="en-GB" sz="1200" i="1" dirty="0"/>
              <a:t> la </a:t>
            </a:r>
            <a:r>
              <a:rPr lang="en-GB" sz="1200" i="1" dirty="0" err="1"/>
              <a:t>clase</a:t>
            </a:r>
            <a:r>
              <a:rPr lang="en-GB" sz="1200" i="1" dirty="0"/>
              <a:t> positive, </a:t>
            </a:r>
            <a:r>
              <a:rPr lang="en-GB" sz="1200" i="1" dirty="0" err="1"/>
              <a:t>indicando</a:t>
            </a:r>
            <a:r>
              <a:rPr lang="en-GB" sz="1200" i="1" dirty="0"/>
              <a:t> </a:t>
            </a:r>
            <a:r>
              <a:rPr lang="en-GB" sz="1200" i="1" dirty="0" err="1"/>
              <a:t>que</a:t>
            </a:r>
            <a:r>
              <a:rPr lang="en-GB" sz="1200" i="1" dirty="0"/>
              <a:t> para </a:t>
            </a:r>
            <a:r>
              <a:rPr lang="en-GB" sz="1200" i="1" dirty="0" err="1"/>
              <a:t>nuestro</a:t>
            </a:r>
            <a:r>
              <a:rPr lang="en-GB" sz="1200" i="1" dirty="0"/>
              <a:t> </a:t>
            </a:r>
            <a:r>
              <a:rPr lang="en-GB" sz="1200" i="1" dirty="0" err="1"/>
              <a:t>trabajo</a:t>
            </a:r>
            <a:r>
              <a:rPr lang="en-GB" sz="1200" i="1" dirty="0"/>
              <a:t> no es tan </a:t>
            </a:r>
            <a:r>
              <a:rPr lang="en-GB" sz="1200" i="1" dirty="0" err="1"/>
              <a:t>útil</a:t>
            </a:r>
            <a:r>
              <a:rPr lang="en-GB" sz="1200" i="1" dirty="0"/>
              <a:t>. </a:t>
            </a:r>
          </a:p>
          <a:p>
            <a:r>
              <a:rPr lang="en-GB" sz="1200" i="1" dirty="0"/>
              <a:t>Al ser </a:t>
            </a:r>
            <a:r>
              <a:rPr lang="en-GB" sz="1200" i="1" dirty="0" err="1"/>
              <a:t>datos</a:t>
            </a:r>
            <a:r>
              <a:rPr lang="en-GB" sz="1200" i="1" dirty="0"/>
              <a:t> </a:t>
            </a:r>
            <a:r>
              <a:rPr lang="en-GB" sz="1200" i="1" dirty="0" err="1"/>
              <a:t>desbalancedos</a:t>
            </a:r>
            <a:r>
              <a:rPr lang="en-GB" sz="1200" i="1" dirty="0"/>
              <a:t>. El accuracy no da </a:t>
            </a:r>
            <a:r>
              <a:rPr lang="en-GB" sz="1200" i="1" dirty="0" err="1"/>
              <a:t>una</a:t>
            </a:r>
            <a:r>
              <a:rPr lang="en-GB" sz="1200" i="1" dirty="0"/>
              <a:t> </a:t>
            </a:r>
            <a:r>
              <a:rPr lang="en-GB" sz="1200" i="1" dirty="0" err="1"/>
              <a:t>métrica</a:t>
            </a:r>
            <a:r>
              <a:rPr lang="en-GB" sz="1200" i="1" dirty="0"/>
              <a:t> </a:t>
            </a:r>
            <a:r>
              <a:rPr lang="en-GB" sz="1200" i="1" dirty="0" err="1"/>
              <a:t>correcta</a:t>
            </a:r>
            <a:r>
              <a:rPr lang="en-GB" sz="1200" i="1" dirty="0"/>
              <a:t> o </a:t>
            </a:r>
            <a:r>
              <a:rPr lang="en-GB" sz="1200" i="1" dirty="0" err="1"/>
              <a:t>creïble</a:t>
            </a:r>
            <a:r>
              <a:rPr lang="en-GB" sz="1200" i="1" dirty="0"/>
              <a:t>. </a:t>
            </a:r>
          </a:p>
        </p:txBody>
      </p:sp>
      <p:sp>
        <p:nvSpPr>
          <p:cNvPr id="10" name="Flecha: hacia la izquierda 9"/>
          <p:cNvSpPr/>
          <p:nvPr/>
        </p:nvSpPr>
        <p:spPr>
          <a:xfrm>
            <a:off x="7050491" y="1944838"/>
            <a:ext cx="1840101" cy="673582"/>
          </a:xfrm>
          <a:prstGeom prst="lef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a-ES" sz="1200" dirty="0" err="1">
                <a:solidFill>
                  <a:srgbClr val="FF0000"/>
                </a:solidFill>
              </a:rPr>
              <a:t>Insufficient</a:t>
            </a:r>
            <a:r>
              <a:rPr lang="ca-ES" sz="1200" dirty="0">
                <a:solidFill>
                  <a:srgbClr val="FF0000"/>
                </a:solidFill>
              </a:rPr>
              <a:t> </a:t>
            </a:r>
            <a:r>
              <a:rPr lang="ca-ES" sz="1200" dirty="0" err="1">
                <a:solidFill>
                  <a:srgbClr val="FF0000"/>
                </a:solidFill>
              </a:rPr>
              <a:t>results</a:t>
            </a:r>
            <a:r>
              <a:rPr lang="ca-ES" sz="1200" dirty="0">
                <a:solidFill>
                  <a:srgbClr val="FF0000"/>
                </a:solidFill>
              </a:rPr>
              <a:t> F1&lt;0,5</a:t>
            </a:r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3C87FC02-D443-B500-1F46-D6A556E0E738}"/>
              </a:ext>
            </a:extLst>
          </p:cNvPr>
          <p:cNvGraphicFramePr/>
          <p:nvPr/>
        </p:nvGraphicFramePr>
        <p:xfrm>
          <a:off x="782760" y="1353106"/>
          <a:ext cx="1617045" cy="5727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6" name="Diagram 15">
            <a:extLst>
              <a:ext uri="{FF2B5EF4-FFF2-40B4-BE49-F238E27FC236}">
                <a16:creationId xmlns:a16="http://schemas.microsoft.com/office/drawing/2014/main" id="{FAAF9AA9-2E60-FD7F-66A3-2CAAAD442921}"/>
              </a:ext>
            </a:extLst>
          </p:cNvPr>
          <p:cNvGraphicFramePr/>
          <p:nvPr/>
        </p:nvGraphicFramePr>
        <p:xfrm>
          <a:off x="-51798" y="2004664"/>
          <a:ext cx="2451603" cy="5308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2" name="Left Arrow 1">
            <a:extLst>
              <a:ext uri="{FF2B5EF4-FFF2-40B4-BE49-F238E27FC236}">
                <a16:creationId xmlns:a16="http://schemas.microsoft.com/office/drawing/2014/main" id="{55941FCE-A230-D01C-1E66-60A61B21C5A3}"/>
              </a:ext>
            </a:extLst>
          </p:cNvPr>
          <p:cNvSpPr/>
          <p:nvPr/>
        </p:nvSpPr>
        <p:spPr>
          <a:xfrm>
            <a:off x="7012237" y="1156497"/>
            <a:ext cx="1916610" cy="45382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ES" dirty="0"/>
              <a:t>Cross Validation</a:t>
            </a: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decisión</a:t>
            </a:r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875944" y="1112200"/>
            <a:ext cx="758097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HasBalance</a:t>
            </a:r>
            <a:endParaRPr lang="es-ES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Otras variables creadas como Age categorizada y diversas combinaciones de variables.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r>
              <a:rPr lang="es-ES" dirty="0"/>
              <a:t> 1:4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: </a:t>
            </a:r>
          </a:p>
          <a:p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Dummy</a:t>
            </a:r>
            <a:r>
              <a:rPr lang="es-ES" dirty="0"/>
              <a:t> &amp; </a:t>
            </a:r>
            <a:r>
              <a:rPr lang="es-ES" dirty="0" err="1"/>
              <a:t>Scale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p=0.52.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9FF60DD8-7BD7-E38D-944E-F6DEDB581C57}"/>
              </a:ext>
            </a:extLst>
          </p:cNvPr>
          <p:cNvSpPr/>
          <p:nvPr/>
        </p:nvSpPr>
        <p:spPr>
          <a:xfrm>
            <a:off x="6467637" y="2550108"/>
            <a:ext cx="2321943" cy="13609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eta = 0.05</a:t>
            </a:r>
          </a:p>
          <a:p>
            <a:pPr algn="ctr"/>
            <a:r>
              <a:rPr lang="es-ES" dirty="0" err="1"/>
              <a:t>max_depth</a:t>
            </a:r>
            <a:r>
              <a:rPr lang="es-ES" dirty="0"/>
              <a:t> = 4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subsample</a:t>
            </a:r>
            <a:r>
              <a:rPr lang="es-ES" dirty="0"/>
              <a:t> = 0.7,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colsample_bytree</a:t>
            </a:r>
            <a:r>
              <a:rPr lang="es-ES" dirty="0"/>
              <a:t> = 0.7 </a:t>
            </a:r>
            <a:r>
              <a:rPr lang="es-ES" dirty="0" err="1"/>
              <a:t>scale_pos_weight</a:t>
            </a:r>
            <a:r>
              <a:rPr lang="es-ES" dirty="0"/>
              <a:t> = 4 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A5074BF-9E07-DBDF-60C6-F4DC50D14036}"/>
              </a:ext>
            </a:extLst>
          </p:cNvPr>
          <p:cNvSpPr txBox="1"/>
          <p:nvPr/>
        </p:nvSpPr>
        <p:spPr>
          <a:xfrm>
            <a:off x="1120736" y="4085557"/>
            <a:ext cx="7091385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Dataset    </a:t>
            </a:r>
            <a:r>
              <a:rPr lang="en-US" dirty="0" err="1"/>
              <a:t>Error_rate</a:t>
            </a:r>
            <a:r>
              <a:rPr lang="en-US" dirty="0"/>
              <a:t>  Accuracy   Precision   </a:t>
            </a:r>
            <a:r>
              <a:rPr lang="en-US" dirty="0" err="1"/>
              <a:t>Recall_Sensitivity</a:t>
            </a:r>
            <a:r>
              <a:rPr lang="en-US" dirty="0"/>
              <a:t> Specificity   F1_Score</a:t>
            </a:r>
          </a:p>
          <a:p>
            <a:pPr latinLnBrk="1"/>
            <a:r>
              <a:rPr lang="en-US" dirty="0"/>
              <a:t>1  Train2  0.2328571 0.7671429 0.4483231          0.6616162    0.7938619 0.5344757</a:t>
            </a:r>
          </a:p>
          <a:p>
            <a:pPr latinLnBrk="1"/>
            <a:r>
              <a:rPr lang="en-US" dirty="0"/>
              <a:t>2   Test2  0.2428571 0.7571429 0.4606918          0.6369565    0.7908537 0.5346715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A11E12C-10DE-3A1A-8458-5A6C0DE32879}"/>
              </a:ext>
            </a:extLst>
          </p:cNvPr>
          <p:cNvSpPr txBox="1"/>
          <p:nvPr/>
        </p:nvSpPr>
        <p:spPr>
          <a:xfrm>
            <a:off x="333155" y="4349132"/>
            <a:ext cx="7655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p=0.47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0E38204-24A2-51F6-9008-1CAD6727006D}"/>
              </a:ext>
            </a:extLst>
          </p:cNvPr>
          <p:cNvSpPr txBox="1"/>
          <p:nvPr/>
        </p:nvSpPr>
        <p:spPr>
          <a:xfrm>
            <a:off x="1120736" y="4085557"/>
            <a:ext cx="7091385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 </a:t>
            </a:r>
            <a:r>
              <a:rPr lang="en-US" dirty="0" err="1"/>
              <a:t>Recall_Sensitivity</a:t>
            </a:r>
            <a:r>
              <a:rPr lang="en-US" dirty="0"/>
              <a:t> Specificity   F1_Score</a:t>
            </a:r>
          </a:p>
          <a:p>
            <a:pPr latinLnBrk="1"/>
            <a:r>
              <a:rPr lang="en-US" dirty="0"/>
              <a:t>1  Train2  0.2775510  0.7224490  0.3984632          0.7333333    0.7196931  0.5163585</a:t>
            </a:r>
          </a:p>
          <a:p>
            <a:pPr latinLnBrk="1"/>
            <a:r>
              <a:rPr lang="en-US" dirty="0"/>
              <a:t>2   Test2  0.2914286  0.7085714  0.4025641          0.6826087    0.7158537  0.5064516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1040573" y="3661968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60" y="203276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902244" y="223979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               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               1:3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Radial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Lineal i Polinomial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tunig</a:t>
            </a:r>
            <a:r>
              <a:rPr lang="en-US" dirty="0">
                <a:latin typeface="+mn-lt"/>
              </a:rPr>
              <a:t>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99388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 Accuracy   Precision    </a:t>
            </a:r>
            <a:r>
              <a:rPr lang="en-US" dirty="0" err="1"/>
              <a:t>Recall_Sensitivity</a:t>
            </a:r>
            <a:r>
              <a:rPr lang="en-US" dirty="0"/>
              <a:t>     Specificity   F1_Score</a:t>
            </a:r>
          </a:p>
          <a:p>
            <a:pPr latinLnBrk="1"/>
            <a:r>
              <a:rPr lang="en-US" dirty="0"/>
              <a:t>1  Train2  0.2793878 0.7206122 0.3940120          0.6482759        0.7395109 0.4901304</a:t>
            </a:r>
          </a:p>
          <a:p>
            <a:pPr latinLnBrk="1"/>
            <a:r>
              <a:rPr lang="en-US" dirty="0"/>
              <a:t>2   Test2  0.2900000 0.7100000 0.3788301          0.6252874     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570155" y="1308516"/>
            <a:ext cx="80036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dirty="0">
                <a:latin typeface="Lucida Console" panose="020B0609040504020204" pitchFamily="49" charset="0"/>
              </a:rPr>
              <a:t>🤔</a:t>
            </a:r>
            <a:r>
              <a:rPr lang="en-US" dirty="0">
                <a:latin typeface="+mn-lt"/>
              </a:rPr>
              <a:t>​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minima de 0.5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n-US" dirty="0">
                <a:latin typeface="+mn-lt"/>
              </a:rPr>
              <a:t>🤔​Se </a:t>
            </a:r>
            <a:r>
              <a:rPr lang="en-US" dirty="0" err="1">
                <a:latin typeface="+mn-lt"/>
              </a:rPr>
              <a:t>intentó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 las </a:t>
            </a:r>
            <a:r>
              <a:rPr lang="en-US" dirty="0" err="1">
                <a:latin typeface="+mn-lt"/>
              </a:rPr>
              <a:t>reglas</a:t>
            </a:r>
            <a:r>
              <a:rPr lang="en-US" dirty="0">
                <a:latin typeface="+mn-lt"/>
              </a:rPr>
              <a:t> para Exited=0 con </a:t>
            </a:r>
            <a:r>
              <a:rPr lang="en-US" dirty="0" err="1">
                <a:latin typeface="+mn-lt"/>
              </a:rPr>
              <a:t>confianza</a:t>
            </a:r>
            <a:r>
              <a:rPr lang="en-US" dirty="0">
                <a:latin typeface="+mn-lt"/>
              </a:rPr>
              <a:t> de 1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s-ES" dirty="0">
                <a:latin typeface="+mn-lt"/>
              </a:rPr>
              <a:t>​</a:t>
            </a:r>
            <a:r>
              <a:rPr lang="en-US" dirty="0">
                <a:latin typeface="Lucida Console" panose="020B0609040504020204" pitchFamily="49" charset="0"/>
              </a:rPr>
              <a:t>🤔 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+mn-lt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 a la vez</a:t>
            </a:r>
          </a:p>
          <a:p>
            <a:pPr latinLnBrk="1"/>
            <a:r>
              <a:rPr lang="es-ES" dirty="0"/>
              <a:t>❌​</a:t>
            </a:r>
            <a:r>
              <a:rPr lang="es-ES" dirty="0">
                <a:latin typeface="+mn-lt"/>
              </a:rPr>
              <a:t>Los resultados no mejoraban el modelo sin forzar.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5B1A6E1F-205A-7C02-8B53-9529FF9DA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5" y="3734549"/>
            <a:ext cx="2314898" cy="514422"/>
          </a:xfrm>
          <a:prstGeom prst="rect">
            <a:avLst/>
          </a:prstGeom>
        </p:spPr>
      </p:pic>
      <p:sp>
        <p:nvSpPr>
          <p:cNvPr id="7" name="Flecha: en U 6">
            <a:extLst>
              <a:ext uri="{FF2B5EF4-FFF2-40B4-BE49-F238E27FC236}">
                <a16:creationId xmlns:a16="http://schemas.microsoft.com/office/drawing/2014/main" id="{F5F935F0-4E2A-B9DC-3C3D-B616D5858440}"/>
              </a:ext>
            </a:extLst>
          </p:cNvPr>
          <p:cNvSpPr/>
          <p:nvPr/>
        </p:nvSpPr>
        <p:spPr>
          <a:xfrm rot="16200000" flipH="1">
            <a:off x="-290280" y="3238229"/>
            <a:ext cx="1291327" cy="429543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doblada 7">
            <a:extLst>
              <a:ext uri="{FF2B5EF4-FFF2-40B4-BE49-F238E27FC236}">
                <a16:creationId xmlns:a16="http://schemas.microsoft.com/office/drawing/2014/main" id="{DD0179D1-4BE4-1C16-5DF2-A33E3F1CA8B0}"/>
              </a:ext>
            </a:extLst>
          </p:cNvPr>
          <p:cNvSpPr/>
          <p:nvPr/>
        </p:nvSpPr>
        <p:spPr>
          <a:xfrm rot="5400000">
            <a:off x="6624071" y="1829318"/>
            <a:ext cx="1421045" cy="688489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679F0633-3CE4-ABF2-A4A9-A1B844036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1436" y="4118269"/>
            <a:ext cx="4091951" cy="657317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A9DE666-AD88-7D6F-9EC7-8D174610D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1436" y="2948105"/>
            <a:ext cx="4091951" cy="504895"/>
          </a:xfrm>
          <a:prstGeom prst="rect">
            <a:avLst/>
          </a:prstGeom>
        </p:spPr>
      </p:pic>
      <p:sp>
        <p:nvSpPr>
          <p:cNvPr id="15" name="Flecha: hacia abajo 14">
            <a:extLst>
              <a:ext uri="{FF2B5EF4-FFF2-40B4-BE49-F238E27FC236}">
                <a16:creationId xmlns:a16="http://schemas.microsoft.com/office/drawing/2014/main" id="{B7DA6751-9CEB-3BDA-6CF7-743678CB396A}"/>
              </a:ext>
            </a:extLst>
          </p:cNvPr>
          <p:cNvSpPr/>
          <p:nvPr/>
        </p:nvSpPr>
        <p:spPr>
          <a:xfrm>
            <a:off x="7334596" y="3545569"/>
            <a:ext cx="429543" cy="5727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12A9E3B-D459-FB89-245D-F9C30C0A0527}"/>
              </a:ext>
            </a:extLst>
          </p:cNvPr>
          <p:cNvGraphicFramePr>
            <a:graphicFrameLocks noGrp="1"/>
          </p:cNvGraphicFramePr>
          <p:nvPr/>
        </p:nvGraphicFramePr>
        <p:xfrm>
          <a:off x="1295399" y="1238249"/>
          <a:ext cx="6381752" cy="2381250"/>
        </p:xfrm>
        <a:graphic>
          <a:graphicData uri="http://schemas.openxmlformats.org/drawingml/2006/table">
            <a:tbl>
              <a:tblPr/>
              <a:tblGrid>
                <a:gridCol w="1511044">
                  <a:extLst>
                    <a:ext uri="{9D8B030D-6E8A-4147-A177-3AD203B41FA5}">
                      <a16:colId xmlns:a16="http://schemas.microsoft.com/office/drawing/2014/main" val="3267537011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582213639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613312455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2896375490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2905803965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GLM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0486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XGBoost</a:t>
                      </a:r>
                      <a:endParaRPr lang="en-US" sz="2000" b="1" i="0" u="none" strike="noStrike" dirty="0">
                        <a:solidFill>
                          <a:srgbClr val="FFFFFF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0486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637809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train2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test2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train2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test2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411768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Error_rate</a:t>
                      </a:r>
                      <a:endParaRPr lang="en-US" sz="1400" b="1" i="0" u="none" strike="noStrike" dirty="0">
                        <a:solidFill>
                          <a:srgbClr val="10486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0.3273469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0.3273469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0.277551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0.2914286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12613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Accuracy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0.6726531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0.6738095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0.722449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0.7085714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535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Precision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0.3516373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0.3549884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0.3984632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0.4025641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654444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300" b="1" i="0" u="none" strike="noStrike" dirty="0" err="1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Recall_Sensitivity</a:t>
                      </a:r>
                      <a:endParaRPr lang="en-US" sz="1300" b="1" i="0" u="none" strike="noStrike" dirty="0">
                        <a:solidFill>
                          <a:srgbClr val="10486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0.6876847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0.7034483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0.7333333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0.6826087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15911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Specificity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0.6687259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0.6660661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0.7196931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0.7158537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33022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F1_Score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0.4653333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0.4718581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0.5163585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0.5064516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1409001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2FF584A2-B77B-3C14-D5EB-08DD5C7E88EC}"/>
              </a:ext>
            </a:extLst>
          </p:cNvPr>
          <p:cNvSpPr txBox="1"/>
          <p:nvPr/>
        </p:nvSpPr>
        <p:spPr>
          <a:xfrm>
            <a:off x="5238750" y="3971708"/>
            <a:ext cx="2438402" cy="707886"/>
          </a:xfrm>
          <a:prstGeom prst="rect">
            <a:avLst/>
          </a:prstGeom>
          <a:solidFill>
            <a:srgbClr val="CCFFCC"/>
          </a:solidFill>
          <a:ln>
            <a:solidFill>
              <a:srgbClr val="34EC4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accuracy</a:t>
            </a:r>
          </a:p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specificity</a:t>
            </a:r>
          </a:p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</a:t>
            </a:r>
            <a:r>
              <a:rPr lang="en-US" altLang="zh-CN" sz="1000" dirty="0" err="1">
                <a:solidFill>
                  <a:schemeClr val="tx1"/>
                </a:solidFill>
              </a:rPr>
              <a:t>en</a:t>
            </a:r>
            <a:r>
              <a:rPr lang="en-US" altLang="zh-CN" sz="1000" dirty="0">
                <a:solidFill>
                  <a:schemeClr val="tx1"/>
                </a:solidFill>
              </a:rPr>
              <a:t> general</a:t>
            </a: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F1 </a:t>
            </a:r>
            <a:r>
              <a:rPr lang="en-US" altLang="zh-CN" sz="1000" dirty="0" err="1">
                <a:solidFill>
                  <a:schemeClr val="tx1"/>
                </a:solidFill>
              </a:rPr>
              <a:t>más</a:t>
            </a:r>
            <a:r>
              <a:rPr lang="en-US" altLang="zh-CN" sz="1000" dirty="0">
                <a:solidFill>
                  <a:schemeClr val="tx1"/>
                </a:solidFill>
              </a:rPr>
              <a:t> alto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3CB495-0D61-9100-BEC0-44F000DBCD89}"/>
              </a:ext>
            </a:extLst>
          </p:cNvPr>
          <p:cNvSpPr txBox="1"/>
          <p:nvPr/>
        </p:nvSpPr>
        <p:spPr>
          <a:xfrm>
            <a:off x="2790826" y="3971708"/>
            <a:ext cx="2447924" cy="246221"/>
          </a:xfrm>
          <a:prstGeom prst="rect">
            <a:avLst/>
          </a:prstGeom>
          <a:solidFill>
            <a:srgbClr val="CCFFCC"/>
          </a:solidFill>
          <a:ln>
            <a:solidFill>
              <a:srgbClr val="34EC4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 err="1"/>
              <a:t>Computacionalmente</a:t>
            </a:r>
            <a:r>
              <a:rPr lang="en-US" altLang="zh-CN" sz="1000" dirty="0"/>
              <a:t> </a:t>
            </a:r>
            <a:r>
              <a:rPr lang="en-US" altLang="zh-CN" sz="1000" dirty="0" err="1"/>
              <a:t>menos</a:t>
            </a:r>
            <a:r>
              <a:rPr lang="en-US" altLang="zh-CN" sz="1000" dirty="0"/>
              <a:t> </a:t>
            </a:r>
            <a:r>
              <a:rPr lang="en-US" altLang="zh-CN" sz="1000" dirty="0" err="1"/>
              <a:t>cosotoso</a:t>
            </a:r>
            <a:endParaRPr lang="zh-CN" altLang="en-US" sz="1000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99241E01-7B13-9593-A18A-B4E50F3BEBEE}"/>
              </a:ext>
            </a:extLst>
          </p:cNvPr>
          <p:cNvSpPr txBox="1"/>
          <p:nvPr/>
        </p:nvSpPr>
        <p:spPr>
          <a:xfrm>
            <a:off x="7453004" y="1783548"/>
            <a:ext cx="4482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 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047B6D7-06FD-C449-B972-3B5927DD97A6}"/>
              </a:ext>
            </a:extLst>
          </p:cNvPr>
          <p:cNvSpPr txBox="1"/>
          <p:nvPr/>
        </p:nvSpPr>
        <p:spPr>
          <a:xfrm>
            <a:off x="7453004" y="2925260"/>
            <a:ext cx="7119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 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DCD8829-0F51-68DC-822C-03C2F66E7182}"/>
              </a:ext>
            </a:extLst>
          </p:cNvPr>
          <p:cNvSpPr txBox="1"/>
          <p:nvPr/>
        </p:nvSpPr>
        <p:spPr>
          <a:xfrm>
            <a:off x="4981003" y="2740594"/>
            <a:ext cx="7119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latin typeface="Lucida Console" panose="020B0609040504020204" pitchFamily="49" charset="0"/>
              </a:rPr>
              <a:t>🤔</a:t>
            </a:r>
            <a:endParaRPr lang="zh-CN" altLang="en-US" sz="1800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7F426F2-9742-E47F-1C82-EE2DD2D91522}"/>
              </a:ext>
            </a:extLst>
          </p:cNvPr>
          <p:cNvSpPr txBox="1"/>
          <p:nvPr/>
        </p:nvSpPr>
        <p:spPr>
          <a:xfrm>
            <a:off x="2790826" y="3656308"/>
            <a:ext cx="4886325" cy="27699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err="1"/>
              <a:t>Recall_Sensitivity</a:t>
            </a:r>
            <a:r>
              <a:rPr lang="en-US" altLang="zh-CN" sz="1200" dirty="0"/>
              <a:t> </a:t>
            </a:r>
            <a:r>
              <a:rPr lang="en-US" altLang="zh-CN" sz="1200" dirty="0" err="1"/>
              <a:t>similares</a:t>
            </a:r>
            <a:endParaRPr lang="en-US" altLang="zh-CN" sz="1200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E7BE60D-5EB1-C603-B1CD-DBBA34683DD5}"/>
              </a:ext>
            </a:extLst>
          </p:cNvPr>
          <p:cNvSpPr txBox="1"/>
          <p:nvPr/>
        </p:nvSpPr>
        <p:spPr>
          <a:xfrm>
            <a:off x="6817143" y="1019675"/>
            <a:ext cx="46261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/>
              <a:t>👑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F4DF86-6000-FDC7-D70B-EAA48E260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Valoraciones de los resultados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3C1DC1A-CA01-DFFD-E4A1-D67322F05FC4}"/>
              </a:ext>
            </a:extLst>
          </p:cNvPr>
          <p:cNvSpPr txBox="1"/>
          <p:nvPr/>
        </p:nvSpPr>
        <p:spPr>
          <a:xfrm>
            <a:off x="504243" y="1780894"/>
            <a:ext cx="327108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Elevada proporción de NA</a:t>
            </a:r>
            <a:r>
              <a:rPr lang="es-ES" dirty="0"/>
              <a:t>: Pérdida de información y relaciones en los datos imputados artificialmente</a:t>
            </a:r>
          </a:p>
          <a:p>
            <a:endParaRPr lang="es-ES" dirty="0"/>
          </a:p>
        </p:txBody>
      </p:sp>
      <p:pic>
        <p:nvPicPr>
          <p:cNvPr id="5" name="Imagen 4" descr="Imagen que contiene Patrón de fondo&#10;&#10;El contenido generado por IA puede ser incorrecto.">
            <a:extLst>
              <a:ext uri="{FF2B5EF4-FFF2-40B4-BE49-F238E27FC236}">
                <a16:creationId xmlns:a16="http://schemas.microsoft.com/office/drawing/2014/main" id="{4E1AE188-DE4D-73B3-6B68-9F611E35C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12" y="2777830"/>
            <a:ext cx="3788661" cy="1985325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5CDA51E-AC67-F955-3D46-A20A2B75B91D}"/>
              </a:ext>
            </a:extLst>
          </p:cNvPr>
          <p:cNvSpPr txBox="1"/>
          <p:nvPr/>
        </p:nvSpPr>
        <p:spPr>
          <a:xfrm>
            <a:off x="2807063" y="1020816"/>
            <a:ext cx="3529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Obstáculos en la modelización:</a:t>
            </a:r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5E8F95C-A3E1-0BA0-CC97-91F9F0882BF3}"/>
              </a:ext>
            </a:extLst>
          </p:cNvPr>
          <p:cNvSpPr txBox="1"/>
          <p:nvPr/>
        </p:nvSpPr>
        <p:spPr>
          <a:xfrm>
            <a:off x="4776695" y="1780894"/>
            <a:ext cx="41413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Muestra muy limitada:</a:t>
            </a:r>
          </a:p>
          <a:p>
            <a:r>
              <a:rPr lang="es-ES" dirty="0"/>
              <a:t>Únicamente 7000 datos para entrenar y validar. Entrenamiento con el 70% de los datos (4900) filas.</a:t>
            </a:r>
          </a:p>
          <a:p>
            <a:endParaRPr lang="es-E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0C7804D-A7E1-6ACF-8E4B-6D2B35F3C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4129" y="2777830"/>
            <a:ext cx="3238652" cy="198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01332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258</TotalTime>
  <Words>1392</Words>
  <Application>Microsoft Office PowerPoint</Application>
  <PresentationFormat>全屏显示(16:9)</PresentationFormat>
  <Paragraphs>290</Paragraphs>
  <Slides>15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6" baseType="lpstr">
      <vt:lpstr>等线</vt:lpstr>
      <vt:lpstr>Didact Gothic</vt:lpstr>
      <vt:lpstr>Poppins</vt:lpstr>
      <vt:lpstr>Wingdings</vt:lpstr>
      <vt:lpstr>Roboto</vt:lpstr>
      <vt:lpstr>Arial Black</vt:lpstr>
      <vt:lpstr>Fira Sans Extra Condensed Medium</vt:lpstr>
      <vt:lpstr>Lucida Console</vt:lpstr>
      <vt:lpstr>Libre Franklin</vt:lpstr>
      <vt:lpstr>Arial</vt:lpstr>
      <vt:lpstr>Cycle Diagrams Theme for a Business Plan by Slidesgo</vt:lpstr>
      <vt:lpstr>Modelo de clasificación  GRUPO 5</vt:lpstr>
      <vt:lpstr>ENTENDIMIENTO DE NEGOCIO</vt:lpstr>
      <vt:lpstr>FRAMEWORK METODOLÓGICO</vt:lpstr>
      <vt:lpstr>Actualizaciones en el ADVANCED PREPROCESSING</vt:lpstr>
      <vt:lpstr>PREPARACIÓN PARA EL MODELADO</vt:lpstr>
      <vt:lpstr>PRIMEROS MODELOS</vt:lpstr>
      <vt:lpstr>Árbol de decisión</vt:lpstr>
      <vt:lpstr>PowerPoint 演示文稿</vt:lpstr>
      <vt:lpstr>Random Forest  </vt:lpstr>
      <vt:lpstr>XGBoost</vt:lpstr>
      <vt:lpstr>GLM</vt:lpstr>
      <vt:lpstr>SVM</vt:lpstr>
      <vt:lpstr>Asignaciones del AR</vt:lpstr>
      <vt:lpstr>Mejores modelos i métodos</vt:lpstr>
      <vt:lpstr>Valoraciones de los resultados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Siling G</cp:lastModifiedBy>
  <cp:revision>32</cp:revision>
  <dcterms:created xsi:type="dcterms:W3CDTF">2025-12-15T06:46:00Z</dcterms:created>
  <dcterms:modified xsi:type="dcterms:W3CDTF">2025-12-18T17:32:27Z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