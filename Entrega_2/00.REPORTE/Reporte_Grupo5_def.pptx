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7" r:id="rId5"/>
    <p:sldId id="269" r:id="rId6"/>
    <p:sldId id="293" r:id="rId7"/>
    <p:sldId id="299" r:id="rId8"/>
    <p:sldId id="301" r:id="rId9"/>
    <p:sldId id="296" r:id="rId10"/>
    <p:sldId id="302" r:id="rId11"/>
    <p:sldId id="303" r:id="rId12"/>
    <p:sldId id="308" r:id="rId13"/>
    <p:sldId id="305" r:id="rId14"/>
    <p:sldId id="309" r:id="rId15"/>
  </p:sldIdLst>
  <p:sldSz cx="9144000" cy="5143500" type="screen16x9"/>
  <p:notesSz cx="6858000" cy="9144000"/>
  <p:embeddedFontLst>
    <p:embeddedFont>
      <p:font typeface="等线" panose="02010600030101010101" pitchFamily="2" charset="-122"/>
      <p:regular r:id="rId17"/>
      <p:bold r:id="rId18"/>
    </p:embeddedFont>
    <p:embeddedFont>
      <p:font typeface="Arial Black" panose="020B0A04020102020204" pitchFamily="34" charset="0"/>
      <p:bold r:id="rId19"/>
    </p:embeddedFont>
    <p:embeddedFont>
      <p:font typeface="Didact Gothic" panose="00000500000000000000" pitchFamily="2" charset="0"/>
      <p:regular r:id="rId20"/>
    </p:embeddedFont>
    <p:embeddedFont>
      <p:font typeface="Libre Franklin" pitchFamily="2" charset="0"/>
      <p:regular r:id="rId21"/>
      <p:bold r:id="rId22"/>
      <p:italic r:id="rId23"/>
      <p:boldItalic r:id="rId24"/>
    </p:embeddedFont>
    <p:embeddedFont>
      <p:font typeface="Lucida Console" panose="020B0609040504020204" pitchFamily="49" charset="0"/>
      <p:regular r:id="rId25"/>
    </p:embeddedFont>
    <p:embeddedFont>
      <p:font typeface="Poppins" panose="00000500000000000000" pitchFamily="2" charset="0"/>
      <p:regular r:id="rId26"/>
      <p:bold r:id="rId27"/>
    </p:embeddedFont>
    <p:embeddedFont>
      <p:font typeface="Roboto" panose="02000000000000000000" pitchFamily="2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B305E1-1674-42FC-B8F5-6212EA26AA9E}" v="12" dt="2025-12-18T00:02:31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undo custSel addSld delSld modSld">
      <pc:chgData name="Mario Aragón Valderrama" userId="ab42593c9091a3c7" providerId="LiveId" clId="{A94EC9C8-FC2E-45B4-829C-AEB6B286F687}" dt="2025-12-18T09:45:12.469" v="1717" actId="20577"/>
      <pc:docMkLst>
        <pc:docMk/>
      </pc:docMkLst>
      <pc:sldChg chg="addSp delSp modSp add mod">
        <pc:chgData name="Mario Aragón Valderrama" userId="ab42593c9091a3c7" providerId="LiveId" clId="{A94EC9C8-FC2E-45B4-829C-AEB6B286F687}" dt="2025-12-18T09:45:12.469" v="1717" actId="20577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8T09:45:12.469" v="1717" actId="20577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add mod">
        <pc:chgData name="Mario Aragón Valderrama" userId="ab42593c9091a3c7" providerId="LiveId" clId="{A94EC9C8-FC2E-45B4-829C-AEB6B286F687}" dt="2025-12-18T09:37:12.095" v="1712" actId="1076"/>
        <pc:sldMkLst>
          <pc:docMk/>
          <pc:sldMk cId="4126854353" sldId="307"/>
        </pc:sldMkLst>
        <pc:spChg chg="mod">
          <ac:chgData name="Mario Aragón Valderrama" userId="ab42593c9091a3c7" providerId="LiveId" clId="{A94EC9C8-FC2E-45B4-829C-AEB6B286F687}" dt="2025-12-18T09:18:40.748" v="1711" actId="5793"/>
          <ac:spMkLst>
            <pc:docMk/>
            <pc:sldMk cId="4126854353" sldId="307"/>
            <ac:spMk id="3" creationId="{FF4F94B9-F1EB-A09C-2069-F6656171DE38}"/>
          </ac:spMkLst>
        </pc:spChg>
        <pc:picChg chg="mod">
          <ac:chgData name="Mario Aragón Valderrama" userId="ab42593c9091a3c7" providerId="LiveId" clId="{A94EC9C8-FC2E-45B4-829C-AEB6B286F687}" dt="2025-12-18T09:37:12.095" v="1712" actId="1076"/>
          <ac:picMkLst>
            <pc:docMk/>
            <pc:sldMk cId="4126854353" sldId="307"/>
            <ac:picMk id="14" creationId="{EACF4514-2DC9-8FB5-C156-484DCACBCED3}"/>
          </ac:picMkLst>
        </pc:picChg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modSp add mod">
        <pc:chgData name="Mario Aragón Valderrama" userId="ab42593c9091a3c7" providerId="LiveId" clId="{A94EC9C8-FC2E-45B4-829C-AEB6B286F687}" dt="2025-12-18T09:16:15.642" v="1708" actId="20577"/>
        <pc:sldMkLst>
          <pc:docMk/>
          <pc:sldMk cId="3136901332" sldId="309"/>
        </pc:sldMkLst>
        <pc:spChg chg="mod">
          <ac:chgData name="Mario Aragón Valderrama" userId="ab42593c9091a3c7" providerId="LiveId" clId="{A94EC9C8-FC2E-45B4-829C-AEB6B286F687}" dt="2025-12-18T09:16:15.642" v="1708" actId="20577"/>
          <ac:spMkLst>
            <pc:docMk/>
            <pc:sldMk cId="3136901332" sldId="309"/>
            <ac:spMk id="3" creationId="{73C1DC1A-CA01-DFFD-E4A1-D67322F05FC4}"/>
          </ac:spMkLst>
        </pc:spChg>
        <pc:spChg chg="mod">
          <ac:chgData name="Mario Aragón Valderrama" userId="ab42593c9091a3c7" providerId="LiveId" clId="{A94EC9C8-FC2E-45B4-829C-AEB6B286F687}" dt="2025-12-18T09:16:12.671" v="1707" actId="20577"/>
          <ac:spMkLst>
            <pc:docMk/>
            <pc:sldMk cId="3136901332" sldId="309"/>
            <ac:spMk id="7" creationId="{55E8F95C-A3E1-0BA0-CC97-91F9F0882BF3}"/>
          </ac:spMkLst>
        </pc:spChg>
      </pc:sldChg>
    </pc:docChg>
  </pc:docChgLst>
  <pc:docChgLst>
    <pc:chgData name="Siling G" userId="c2e56b80bdc69756" providerId="LiveId" clId="{47448ACE-6296-4994-8716-CD6C05950C66}"/>
    <pc:docChg chg="addSld delSld modSld">
      <pc:chgData name="Siling G" userId="c2e56b80bdc69756" providerId="LiveId" clId="{47448ACE-6296-4994-8716-CD6C05950C66}" dt="2025-12-18T00:19:21.893" v="3" actId="14100"/>
      <pc:docMkLst>
        <pc:docMk/>
      </pc:docMkLst>
      <pc:sldChg chg="add del">
        <pc:chgData name="Siling G" userId="c2e56b80bdc69756" providerId="LiveId" clId="{47448ACE-6296-4994-8716-CD6C05950C66}" dt="2025-12-18T00:19:03.699" v="1"/>
        <pc:sldMkLst>
          <pc:docMk/>
          <pc:sldMk cId="0" sldId="305"/>
        </pc:sldMkLst>
      </pc:sldChg>
      <pc:sldChg chg="modSp mod">
        <pc:chgData name="Siling G" userId="c2e56b80bdc69756" providerId="LiveId" clId="{47448ACE-6296-4994-8716-CD6C05950C66}" dt="2025-12-18T00:19:21.893" v="3" actId="14100"/>
        <pc:sldMkLst>
          <pc:docMk/>
          <pc:sldMk cId="0" sldId="308"/>
        </pc:sldMkLst>
        <pc:picChg chg="mod">
          <ac:chgData name="Siling G" userId="c2e56b80bdc69756" providerId="LiveId" clId="{47448ACE-6296-4994-8716-CD6C05950C66}" dt="2025-12-18T00:19:21.893" v="3" actId="14100"/>
          <ac:picMkLst>
            <pc:docMk/>
            <pc:sldMk cId="0" sldId="308"/>
            <ac:picMk id="12" creationId="{679F0633-3CE4-ABF2-A4A9-A1B8440369AC}"/>
          </ac:picMkLst>
        </pc:picChg>
        <pc:picChg chg="mod">
          <ac:chgData name="Siling G" userId="c2e56b80bdc69756" providerId="LiveId" clId="{47448ACE-6296-4994-8716-CD6C05950C66}" dt="2025-12-18T00:19:11.656" v="2" actId="14100"/>
          <ac:picMkLst>
            <pc:docMk/>
            <pc:sldMk cId="0" sldId="308"/>
            <ac:picMk id="14" creationId="{6A9DE666-AD88-7D6F-9EC7-8D174610DD8B}"/>
          </ac:picMkLst>
        </pc:picChg>
      </pc:sldChg>
    </pc:docChg>
  </pc:docChgLst>
  <pc:docChgLst>
    <pc:chgData name="Antonio Polonio Martinez" userId="c7f805dacea241c7" providerId="LiveId" clId="{45294F24-7BEA-49DD-8500-31D67A0AADF9}"/>
    <pc:docChg chg="custSel modSld">
      <pc:chgData name="Antonio Polonio Martinez" userId="c7f805dacea241c7" providerId="LiveId" clId="{45294F24-7BEA-49DD-8500-31D67A0AADF9}" dt="2025-12-18T00:05:30.928" v="351" actId="1036"/>
      <pc:docMkLst>
        <pc:docMk/>
      </pc:docMkLst>
      <pc:sldChg chg="addSp delSp modSp mod">
        <pc:chgData name="Antonio Polonio Martinez" userId="c7f805dacea241c7" providerId="LiveId" clId="{45294F24-7BEA-49DD-8500-31D67A0AADF9}" dt="2025-12-18T00:05:30.928" v="351" actId="1036"/>
        <pc:sldMkLst>
          <pc:docMk/>
          <pc:sldMk cId="4126854353" sldId="307"/>
        </pc:sldMkLst>
        <pc:spChg chg="mod">
          <ac:chgData name="Antonio Polonio Martinez" userId="c7f805dacea241c7" providerId="LiveId" clId="{45294F24-7BEA-49DD-8500-31D67A0AADF9}" dt="2025-12-17T23:27:58.798" v="171" actId="1035"/>
          <ac:spMkLst>
            <pc:docMk/>
            <pc:sldMk cId="4126854353" sldId="307"/>
            <ac:spMk id="2" creationId="{EB0FFB83-8E21-7296-84C8-9ECFA09FD0BE}"/>
          </ac:spMkLst>
        </pc:spChg>
        <pc:spChg chg="mod">
          <ac:chgData name="Antonio Polonio Martinez" userId="c7f805dacea241c7" providerId="LiveId" clId="{45294F24-7BEA-49DD-8500-31D67A0AADF9}" dt="2025-12-17T23:59:49.809" v="320" actId="1076"/>
          <ac:spMkLst>
            <pc:docMk/>
            <pc:sldMk cId="4126854353" sldId="307"/>
            <ac:spMk id="3" creationId="{FF4F94B9-F1EB-A09C-2069-F6656171DE38}"/>
          </ac:spMkLst>
        </pc:spChg>
        <pc:spChg chg="mod">
          <ac:chgData name="Antonio Polonio Martinez" userId="c7f805dacea241c7" providerId="LiveId" clId="{45294F24-7BEA-49DD-8500-31D67A0AADF9}" dt="2025-12-18T00:05:30.928" v="351" actId="1036"/>
          <ac:spMkLst>
            <pc:docMk/>
            <pc:sldMk cId="4126854353" sldId="307"/>
            <ac:spMk id="4" creationId="{E3F209C4-873E-1B49-1E51-3263F3736354}"/>
          </ac:spMkLst>
        </pc:spChg>
        <pc:picChg chg="add del mod">
          <ac:chgData name="Antonio Polonio Martinez" userId="c7f805dacea241c7" providerId="LiveId" clId="{45294F24-7BEA-49DD-8500-31D67A0AADF9}" dt="2025-12-17T23:49:42.549" v="265" actId="478"/>
          <ac:picMkLst>
            <pc:docMk/>
            <pc:sldMk cId="4126854353" sldId="307"/>
            <ac:picMk id="6" creationId="{F15BEAB6-875F-60BA-043E-065D23F461B2}"/>
          </ac:picMkLst>
        </pc:picChg>
        <pc:picChg chg="add del mod">
          <ac:chgData name="Antonio Polonio Martinez" userId="c7f805dacea241c7" providerId="LiveId" clId="{45294F24-7BEA-49DD-8500-31D67A0AADF9}" dt="2025-12-17T23:04:17.267" v="90" actId="478"/>
          <ac:picMkLst>
            <pc:docMk/>
            <pc:sldMk cId="4126854353" sldId="307"/>
            <ac:picMk id="8" creationId="{F5815F19-4F11-7719-C1B0-74867CA5EB21}"/>
          </ac:picMkLst>
        </pc:picChg>
        <pc:picChg chg="add del mod">
          <ac:chgData name="Antonio Polonio Martinez" userId="c7f805dacea241c7" providerId="LiveId" clId="{45294F24-7BEA-49DD-8500-31D67A0AADF9}" dt="2025-12-17T23:04:35.776" v="92" actId="478"/>
          <ac:picMkLst>
            <pc:docMk/>
            <pc:sldMk cId="4126854353" sldId="307"/>
            <ac:picMk id="10" creationId="{BCF8F8FC-81C5-1C97-84D4-F2A08260D09E}"/>
          </ac:picMkLst>
        </pc:picChg>
        <pc:picChg chg="add del mod">
          <ac:chgData name="Antonio Polonio Martinez" userId="c7f805dacea241c7" providerId="LiveId" clId="{45294F24-7BEA-49DD-8500-31D67A0AADF9}" dt="2025-12-17T23:14:47.881" v="138" actId="478"/>
          <ac:picMkLst>
            <pc:docMk/>
            <pc:sldMk cId="4126854353" sldId="307"/>
            <ac:picMk id="12" creationId="{C235620F-7568-6FD5-7F7F-0AC726467158}"/>
          </ac:picMkLst>
        </pc:picChg>
        <pc:picChg chg="add mod">
          <ac:chgData name="Antonio Polonio Martinez" userId="c7f805dacea241c7" providerId="LiveId" clId="{45294F24-7BEA-49DD-8500-31D67A0AADF9}" dt="2025-12-18T00:00:57.767" v="334" actId="1036"/>
          <ac:picMkLst>
            <pc:docMk/>
            <pc:sldMk cId="4126854353" sldId="307"/>
            <ac:picMk id="14" creationId="{EACF4514-2DC9-8FB5-C156-484DCACBCED3}"/>
          </ac:picMkLst>
        </pc:picChg>
        <pc:picChg chg="add del mod">
          <ac:chgData name="Antonio Polonio Martinez" userId="c7f805dacea241c7" providerId="LiveId" clId="{45294F24-7BEA-49DD-8500-31D67A0AADF9}" dt="2025-12-17T23:30:55.437" v="235" actId="478"/>
          <ac:picMkLst>
            <pc:docMk/>
            <pc:sldMk cId="4126854353" sldId="307"/>
            <ac:picMk id="16" creationId="{F5A414D4-E3FE-A781-01F7-C73EC2CB5140}"/>
          </ac:picMkLst>
        </pc:picChg>
        <pc:picChg chg="add del mod">
          <ac:chgData name="Antonio Polonio Martinez" userId="c7f805dacea241c7" providerId="LiveId" clId="{45294F24-7BEA-49DD-8500-31D67A0AADF9}" dt="2025-12-17T23:41:23.506" v="243" actId="478"/>
          <ac:picMkLst>
            <pc:docMk/>
            <pc:sldMk cId="4126854353" sldId="307"/>
            <ac:picMk id="18" creationId="{8EF93872-BC05-DF22-85AC-AB735A257F2C}"/>
          </ac:picMkLst>
        </pc:picChg>
        <pc:picChg chg="add del mod">
          <ac:chgData name="Antonio Polonio Martinez" userId="c7f805dacea241c7" providerId="LiveId" clId="{45294F24-7BEA-49DD-8500-31D67A0AADF9}" dt="2025-12-17T23:42:12.806" v="264" actId="478"/>
          <ac:picMkLst>
            <pc:docMk/>
            <pc:sldMk cId="4126854353" sldId="307"/>
            <ac:picMk id="20" creationId="{F4D19751-9174-050D-B2E8-FC2C493CC79B}"/>
          </ac:picMkLst>
        </pc:picChg>
        <pc:picChg chg="add del mod">
          <ac:chgData name="Antonio Polonio Martinez" userId="c7f805dacea241c7" providerId="LiveId" clId="{45294F24-7BEA-49DD-8500-31D67A0AADF9}" dt="2025-12-18T00:02:22.983" v="335" actId="478"/>
          <ac:picMkLst>
            <pc:docMk/>
            <pc:sldMk cId="4126854353" sldId="307"/>
            <ac:picMk id="22" creationId="{7AF7A77B-F62C-7FC3-AD36-1F2C0EDBA31D}"/>
          </ac:picMkLst>
        </pc:picChg>
        <pc:picChg chg="add del mod">
          <ac:chgData name="Antonio Polonio Martinez" userId="c7f805dacea241c7" providerId="LiveId" clId="{45294F24-7BEA-49DD-8500-31D67A0AADF9}" dt="2025-12-17T23:58:52.486" v="283" actId="478"/>
          <ac:picMkLst>
            <pc:docMk/>
            <pc:sldMk cId="4126854353" sldId="307"/>
            <ac:picMk id="24" creationId="{91E65230-6879-E11A-47AF-F3F848594B80}"/>
          </ac:picMkLst>
        </pc:picChg>
        <pc:picChg chg="add mod">
          <ac:chgData name="Antonio Polonio Martinez" userId="c7f805dacea241c7" providerId="LiveId" clId="{45294F24-7BEA-49DD-8500-31D67A0AADF9}" dt="2025-12-18T00:00:52.548" v="331" actId="1038"/>
          <ac:picMkLst>
            <pc:docMk/>
            <pc:sldMk cId="4126854353" sldId="307"/>
            <ac:picMk id="26" creationId="{5ABCF626-9195-0660-0612-DE4980DDFB69}"/>
          </ac:picMkLst>
        </pc:picChg>
        <pc:picChg chg="add mod">
          <ac:chgData name="Antonio Polonio Martinez" userId="c7f805dacea241c7" providerId="LiveId" clId="{45294F24-7BEA-49DD-8500-31D67A0AADF9}" dt="2025-12-18T00:02:55.544" v="343" actId="1076"/>
          <ac:picMkLst>
            <pc:docMk/>
            <pc:sldMk cId="4126854353" sldId="307"/>
            <ac:picMk id="28" creationId="{E8CBDA51-99C1-1CBB-938D-31784722A370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197859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715075"/>
            <a:ext cx="727217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1870554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  <p:pic>
        <p:nvPicPr>
          <p:cNvPr id="14" name="Imagen 13" descr="Gráfico&#10;&#10;El contenido generado por IA puede ser incorrecto.">
            <a:extLst>
              <a:ext uri="{FF2B5EF4-FFF2-40B4-BE49-F238E27FC236}">
                <a16:creationId xmlns:a16="http://schemas.microsoft.com/office/drawing/2014/main" id="{EACF4514-2DC9-8FB5-C156-484DCACBC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025" y="2541333"/>
            <a:ext cx="2790875" cy="1917976"/>
          </a:xfrm>
          <a:prstGeom prst="rect">
            <a:avLst/>
          </a:prstGeom>
        </p:spPr>
      </p:pic>
      <p:pic>
        <p:nvPicPr>
          <p:cNvPr id="26" name="Imagen 25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ABCF626-9195-0660-0612-DE4980DDF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" y="2602167"/>
            <a:ext cx="3240749" cy="1826258"/>
          </a:xfrm>
          <a:prstGeom prst="rect">
            <a:avLst/>
          </a:prstGeom>
        </p:spPr>
      </p:pic>
      <p:pic>
        <p:nvPicPr>
          <p:cNvPr id="28" name="Imagen 27" descr="Gráfico, Gráfico en cascada&#10;&#10;El contenido generado por IA puede ser incorrecto.">
            <a:extLst>
              <a:ext uri="{FF2B5EF4-FFF2-40B4-BE49-F238E27FC236}">
                <a16:creationId xmlns:a16="http://schemas.microsoft.com/office/drawing/2014/main" id="{E8CBDA51-99C1-1CBB-938D-31784722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867" y="2602167"/>
            <a:ext cx="3109857" cy="17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</a:t>
            </a:r>
            <a:r>
              <a:rPr lang="ca-ES" sz="1200"/>
              <a:t>train</a:t>
            </a:r>
            <a:endParaRPr lang="ca-ES" sz="1200" dirty="0"/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dirty="0" err="1"/>
              <a:t>Caracteristicas</a:t>
            </a:r>
            <a:r>
              <a:rPr lang="es-ES" sz="1600" dirty="0"/>
              <a:t> del mejor: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2329029" y="4115279"/>
            <a:ext cx="4485939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Accuracy Precision    Recall  F1_Score</a:t>
            </a:r>
          </a:p>
          <a:p>
            <a:pPr latinLnBrk="1"/>
            <a:r>
              <a:rPr lang="en-US" dirty="0"/>
              <a:t>1  Train2 0.7224490 0.3984632 0.7333333 0.5163585</a:t>
            </a:r>
          </a:p>
          <a:p>
            <a:pPr latinLnBrk="1"/>
            <a:r>
              <a:rPr lang="en-US" dirty="0"/>
              <a:t>2   Test2 0.7085714 0.4025641 0.6826087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269162" y="2055251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36" y="4118269"/>
            <a:ext cx="4091951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436" y="2948105"/>
            <a:ext cx="4091951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12A9E3B-D459-FB89-245D-F9C30C0A0527}"/>
              </a:ext>
            </a:extLst>
          </p:cNvPr>
          <p:cNvGraphicFramePr>
            <a:graphicFrameLocks noGrp="1"/>
          </p:cNvGraphicFramePr>
          <p:nvPr/>
        </p:nvGraphicFramePr>
        <p:xfrm>
          <a:off x="1295399" y="1238249"/>
          <a:ext cx="6381752" cy="2381250"/>
        </p:xfrm>
        <a:graphic>
          <a:graphicData uri="http://schemas.openxmlformats.org/drawingml/2006/table">
            <a:tbl>
              <a:tblPr/>
              <a:tblGrid>
                <a:gridCol w="1511044">
                  <a:extLst>
                    <a:ext uri="{9D8B030D-6E8A-4147-A177-3AD203B41FA5}">
                      <a16:colId xmlns:a16="http://schemas.microsoft.com/office/drawing/2014/main" val="3267537011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582213639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613312455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896375490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905803965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GLM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XGBoost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6378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768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Error_rate</a:t>
                      </a:r>
                      <a:endParaRPr lang="en-US" sz="14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0.277551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0.2914286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12613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Accuracy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0.6726531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0.6738095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0.722449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0.7085714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35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Precision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0.3516373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0.3549884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0.3984632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0.4025641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4444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Recall_Sensitivity</a:t>
                      </a:r>
                      <a:endParaRPr lang="en-US" sz="13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0.6876847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0.7034483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0.7333333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0.6826087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15911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Specificity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0.6687259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0.6660661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0.7196931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0.7158537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33022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F1_Score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0.4653333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0.4718581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0.5163585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0.5064516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40900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2FF584A2-B77B-3C14-D5EB-08DD5C7E88EC}"/>
              </a:ext>
            </a:extLst>
          </p:cNvPr>
          <p:cNvSpPr txBox="1"/>
          <p:nvPr/>
        </p:nvSpPr>
        <p:spPr>
          <a:xfrm>
            <a:off x="5238750" y="3971708"/>
            <a:ext cx="2438402" cy="707886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accuracy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specificity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</a:t>
            </a:r>
            <a:r>
              <a:rPr lang="en-US" altLang="zh-CN" sz="1000" dirty="0" err="1">
                <a:solidFill>
                  <a:schemeClr val="tx1"/>
                </a:solidFill>
              </a:rPr>
              <a:t>en</a:t>
            </a:r>
            <a:r>
              <a:rPr lang="en-US" altLang="zh-CN" sz="1000" dirty="0">
                <a:solidFill>
                  <a:schemeClr val="tx1"/>
                </a:solidFill>
              </a:rPr>
              <a:t> general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F1 </a:t>
            </a:r>
            <a:r>
              <a:rPr lang="en-US" altLang="zh-CN" sz="1000" dirty="0" err="1">
                <a:solidFill>
                  <a:schemeClr val="tx1"/>
                </a:solidFill>
              </a:rPr>
              <a:t>más</a:t>
            </a:r>
            <a:r>
              <a:rPr lang="en-US" altLang="zh-CN" sz="1000" dirty="0">
                <a:solidFill>
                  <a:schemeClr val="tx1"/>
                </a:solidFill>
              </a:rPr>
              <a:t> alto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3CB495-0D61-9100-BEC0-44F000DBCD89}"/>
              </a:ext>
            </a:extLst>
          </p:cNvPr>
          <p:cNvSpPr txBox="1"/>
          <p:nvPr/>
        </p:nvSpPr>
        <p:spPr>
          <a:xfrm>
            <a:off x="2790826" y="3971708"/>
            <a:ext cx="2447924" cy="246221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/>
              <a:t>Computacionalmente</a:t>
            </a:r>
            <a:r>
              <a:rPr lang="en-US" altLang="zh-CN" sz="1000" dirty="0"/>
              <a:t> </a:t>
            </a:r>
            <a:r>
              <a:rPr lang="en-US" altLang="zh-CN" sz="1000" dirty="0" err="1"/>
              <a:t>menos</a:t>
            </a:r>
            <a:r>
              <a:rPr lang="en-US" altLang="zh-CN" sz="1000" dirty="0"/>
              <a:t> </a:t>
            </a:r>
            <a:r>
              <a:rPr lang="en-US" altLang="zh-CN" sz="1000" dirty="0" err="1"/>
              <a:t>cosotoso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9241E01-7B13-9593-A18A-B4E50F3BEBEE}"/>
              </a:ext>
            </a:extLst>
          </p:cNvPr>
          <p:cNvSpPr txBox="1"/>
          <p:nvPr/>
        </p:nvSpPr>
        <p:spPr>
          <a:xfrm>
            <a:off x="7453004" y="1783548"/>
            <a:ext cx="448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47B6D7-06FD-C449-B972-3B5927DD97A6}"/>
              </a:ext>
            </a:extLst>
          </p:cNvPr>
          <p:cNvSpPr txBox="1"/>
          <p:nvPr/>
        </p:nvSpPr>
        <p:spPr>
          <a:xfrm>
            <a:off x="7453004" y="2925260"/>
            <a:ext cx="7119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CD8829-0F51-68DC-822C-03C2F66E7182}"/>
              </a:ext>
            </a:extLst>
          </p:cNvPr>
          <p:cNvSpPr txBox="1"/>
          <p:nvPr/>
        </p:nvSpPr>
        <p:spPr>
          <a:xfrm>
            <a:off x="4981003" y="2740594"/>
            <a:ext cx="711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Lucida Console" panose="020B0609040504020204" pitchFamily="49" charset="0"/>
              </a:rPr>
              <a:t>🤔</a:t>
            </a:r>
            <a:endParaRPr lang="zh-CN" altLang="en-US" sz="18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F426F2-9742-E47F-1C82-EE2DD2D91522}"/>
              </a:ext>
            </a:extLst>
          </p:cNvPr>
          <p:cNvSpPr txBox="1"/>
          <p:nvPr/>
        </p:nvSpPr>
        <p:spPr>
          <a:xfrm>
            <a:off x="2790826" y="3656308"/>
            <a:ext cx="4886325" cy="27699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err="1"/>
              <a:t>Recall_Sensitivity</a:t>
            </a:r>
            <a:r>
              <a:rPr lang="en-US" altLang="zh-CN" sz="1200" dirty="0"/>
              <a:t> </a:t>
            </a:r>
            <a:r>
              <a:rPr lang="en-US" altLang="zh-CN" sz="1200" dirty="0" err="1"/>
              <a:t>similares</a:t>
            </a:r>
            <a:endParaRPr lang="en-US" altLang="zh-CN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7BE60D-5EB1-C603-B1CD-DBBA34683DD5}"/>
              </a:ext>
            </a:extLst>
          </p:cNvPr>
          <p:cNvSpPr txBox="1"/>
          <p:nvPr/>
        </p:nvSpPr>
        <p:spPr>
          <a:xfrm>
            <a:off x="6817143" y="1019675"/>
            <a:ext cx="4626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</a:t>
            </a:r>
            <a:r>
              <a:rPr lang="es-ES"/>
              <a:t>imputados artificialmente.</a:t>
            </a:r>
            <a:endParaRPr lang="es-ES" dirty="0"/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mejora: aumentar la muestra.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161</TotalTime>
  <Words>1204</Words>
  <Application>Microsoft Office PowerPoint</Application>
  <PresentationFormat>Presentación en pantalla (16:9)</PresentationFormat>
  <Paragraphs>239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5" baseType="lpstr">
      <vt:lpstr>Arial</vt:lpstr>
      <vt:lpstr>Libre Franklin</vt:lpstr>
      <vt:lpstr>Lucida Console</vt:lpstr>
      <vt:lpstr>Wingdings</vt:lpstr>
      <vt:lpstr>等线</vt:lpstr>
      <vt:lpstr>Roboto</vt:lpstr>
      <vt:lpstr>Didact Gothic</vt:lpstr>
      <vt:lpstr>Arial Black</vt:lpstr>
      <vt:lpstr>Fira Sans Extra Condensed Medium</vt:lpstr>
      <vt:lpstr>Poppins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29</cp:revision>
  <dcterms:created xsi:type="dcterms:W3CDTF">2025-12-15T06:46:00Z</dcterms:created>
  <dcterms:modified xsi:type="dcterms:W3CDTF">2025-12-18T09:45:15Z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