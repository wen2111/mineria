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296" r:id="rId10"/>
    <p:sldId id="302" r:id="rId11"/>
    <p:sldId id="303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等线" panose="020B0503020204020204" pitchFamily="2" charset="-122"/>
      <p:regular r:id="rId17"/>
      <p:bold r:id="rId18"/>
    </p:embeddedFont>
    <p:embeddedFont>
      <p:font typeface="Arial Black" panose="020B0A04020102020204" pitchFamily="34" charset="0"/>
      <p:bold r:id="rId19"/>
    </p:embeddedFont>
    <p:embeddedFont>
      <p:font typeface="Didact Gothic" panose="00000500000000000000" pitchFamily="2" charset="0"/>
      <p:regular r:id="rId20"/>
    </p:embeddedFont>
    <p:embeddedFont>
      <p:font typeface="Libre Franklin" pitchFamily="2" charset="0"/>
      <p:regular r:id="rId21"/>
      <p:bold r:id="rId22"/>
      <p:italic r:id="rId23"/>
      <p:boldItalic r:id="rId24"/>
    </p:embeddedFont>
    <p:embeddedFont>
      <p:font typeface="Lucida Console" panose="020B0609040504020204" pitchFamily="49" charset="0"/>
      <p:regular r:id="rId25"/>
    </p:embeddedFont>
    <p:embeddedFont>
      <p:font typeface="Poppins" panose="00000500000000000000" pitchFamily="2" charset="0"/>
      <p:regular r:id="rId26"/>
      <p:bold r:id="rId27"/>
    </p:embeddedFont>
    <p:embeddedFont>
      <p:font typeface="Roboto" panose="02000000000000000000" pitchFamily="2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8T09:16:15.642" v="1708" actId="20577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add mod">
        <pc:chgData name="Mario Aragón Valderrama" userId="ab42593c9091a3c7" providerId="LiveId" clId="{A94EC9C8-FC2E-45B4-829C-AEB6B286F687}" dt="2025-12-18T09:16:15.642" v="1708" actId="20577"/>
        <pc:sldMkLst>
          <pc:docMk/>
          <pc:sldMk cId="3136901332" sldId="309"/>
        </pc:sldMkLst>
        <pc:spChg chg="mod">
          <ac:chgData name="Mario Aragón Valderrama" userId="ab42593c9091a3c7" providerId="LiveId" clId="{A94EC9C8-FC2E-45B4-829C-AEB6B286F687}" dt="2025-12-18T09:16:15.642" v="1708" actId="20577"/>
          <ac:spMkLst>
            <pc:docMk/>
            <pc:sldMk cId="3136901332" sldId="309"/>
            <ac:spMk id="3" creationId="{73C1DC1A-CA01-DFFD-E4A1-D67322F05FC4}"/>
          </ac:spMkLst>
        </pc:spChg>
        <pc:spChg chg="mod">
          <ac:chgData name="Mario Aragón Valderrama" userId="ab42593c9091a3c7" providerId="LiveId" clId="{A94EC9C8-FC2E-45B4-829C-AEB6B286F687}" dt="2025-12-18T09:16:12.671" v="1707" actId="20577"/>
          <ac:spMkLst>
            <pc:docMk/>
            <pc:sldMk cId="3136901332" sldId="309"/>
            <ac:spMk id="7" creationId="{55E8F95C-A3E1-0BA0-CC97-91F9F0882BF3}"/>
          </ac:spMkLst>
        </pc:spChg>
      </pc:sldChg>
    </pc:docChg>
  </pc:docChgLst>
  <pc:docChgLst>
    <pc:chgData name="Siling G" userId="c2e56b80bdc69756" providerId="LiveId" clId="{47448ACE-6296-4994-8716-CD6C05950C66}"/>
    <pc:docChg chg="addSld delSld modSld">
      <pc:chgData name="Siling G" userId="c2e56b80bdc69756" providerId="LiveId" clId="{47448ACE-6296-4994-8716-CD6C05950C66}" dt="2025-12-18T00:19:21.893" v="3" actId="14100"/>
      <pc:docMkLst>
        <pc:docMk/>
      </pc:docMkLst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748" y="2539024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dirty="0" err="1"/>
              <a:t>Caracteristicas</a:t>
            </a:r>
            <a:r>
              <a:rPr lang="es-ES" sz="1600" dirty="0"/>
              <a:t> del mejor: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269162" y="2055251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</a:t>
            </a:r>
            <a:r>
              <a:rPr lang="es-ES"/>
              <a:t>imputados artificialmente.</a:t>
            </a:r>
            <a:endParaRPr lang="es-ES" dirty="0"/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mejora: aumentar la muestra.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133</TotalTime>
  <Words>1204</Words>
  <Application>Microsoft Office PowerPoint</Application>
  <PresentationFormat>Presentación en pantalla (16:9)</PresentationFormat>
  <Paragraphs>239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5" baseType="lpstr">
      <vt:lpstr>Arial</vt:lpstr>
      <vt:lpstr>Lucida Console</vt:lpstr>
      <vt:lpstr>Wingdings</vt:lpstr>
      <vt:lpstr>Libre Franklin</vt:lpstr>
      <vt:lpstr>Fira Sans Extra Condensed Medium</vt:lpstr>
      <vt:lpstr>等线</vt:lpstr>
      <vt:lpstr>Poppins</vt:lpstr>
      <vt:lpstr>Didact Gothic</vt:lpstr>
      <vt:lpstr>Arial Black</vt:lpstr>
      <vt:lpstr>Roboto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29</cp:revision>
  <dcterms:created xsi:type="dcterms:W3CDTF">2025-12-15T06:46:00Z</dcterms:created>
  <dcterms:modified xsi:type="dcterms:W3CDTF">2025-12-18T09:16:18Z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