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85" r:id="rId2"/>
    <p:sldId id="270" r:id="rId3"/>
    <p:sldId id="272" r:id="rId4"/>
    <p:sldId id="269" r:id="rId5"/>
    <p:sldId id="293" r:id="rId6"/>
    <p:sldId id="299" r:id="rId7"/>
    <p:sldId id="301" r:id="rId8"/>
    <p:sldId id="296" r:id="rId9"/>
    <p:sldId id="302" r:id="rId10"/>
    <p:sldId id="303" r:id="rId11"/>
    <p:sldId id="308" r:id="rId12"/>
    <p:sldId id="305" r:id="rId13"/>
    <p:sldId id="309" r:id="rId14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6"/>
    </p:embeddedFont>
    <p:embeddedFont>
      <p:font typeface="Didact Gothic" panose="00000500000000000000" pitchFamily="2" charset="0"/>
      <p:regular r:id="rId17"/>
    </p:embeddedFont>
    <p:embeddedFont>
      <p:font typeface="Libre Franklin" pitchFamily="2" charset="0"/>
      <p:regular r:id="rId18"/>
      <p:bold r:id="rId19"/>
      <p:italic r:id="rId20"/>
      <p:boldItalic r:id="rId21"/>
    </p:embeddedFont>
    <p:embeddedFont>
      <p:font typeface="Lucida Console" panose="020B0609040504020204" pitchFamily="49" charset="0"/>
      <p:regular r:id="rId22"/>
    </p:embeddedFont>
    <p:embeddedFont>
      <p:font typeface="Poppins" panose="00000500000000000000" pitchFamily="2" charset="0"/>
      <p:regular r:id="rId23"/>
      <p:bold r:id="rId24"/>
    </p:embeddedFont>
    <p:embeddedFont>
      <p:font typeface="Roboto" panose="020000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1:55:30.187" v="1684" actId="1076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2329029" y="4115279"/>
            <a:ext cx="4485939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Accuracy Precision    Recall  F1_Score</a:t>
            </a:r>
          </a:p>
          <a:p>
            <a:pPr latinLnBrk="1"/>
            <a:r>
              <a:rPr lang="en-US" dirty="0"/>
              <a:t>1  Train2 0.7224490 0.3984632 0.7333333 0.5163585</a:t>
            </a:r>
          </a:p>
          <a:p>
            <a:pPr latinLnBrk="1"/>
            <a:r>
              <a:rPr lang="en-US" dirty="0"/>
              <a:t>2   Test2 0.7085714 0.4025641 0.6826087 0.5064516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914" y="4118269"/>
            <a:ext cx="3855473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7914" y="2948105"/>
            <a:ext cx="3855473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55</TotalTime>
  <Words>1129</Words>
  <Application>Microsoft Office PowerPoint</Application>
  <PresentationFormat>Presentación en pantalla (16:9)</PresentationFormat>
  <Paragraphs>182</Paragraphs>
  <Slides>13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3" baseType="lpstr">
      <vt:lpstr>Roboto</vt:lpstr>
      <vt:lpstr>Didact Gothic</vt:lpstr>
      <vt:lpstr>Fira Sans Extra Condensed Medium</vt:lpstr>
      <vt:lpstr>Arial Black</vt:lpstr>
      <vt:lpstr>Poppins</vt:lpstr>
      <vt:lpstr>Arial</vt:lpstr>
      <vt:lpstr>Libre Franklin</vt:lpstr>
      <vt:lpstr>Lucida Console</vt:lpstr>
      <vt:lpstr>Wingdings</vt:lpstr>
      <vt:lpstr>Cycle Diagrams Theme for a Business Plan by Slidesgo</vt:lpstr>
      <vt:lpstr>Modelo de clasificación  GRUPO 5</vt:lpstr>
      <vt:lpstr>ENTENDIMIENTO DE NEGOCIO</vt:lpstr>
      <vt:lpstr>FRAMEWORK METODOLÓGICO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28</cp:revision>
  <dcterms:created xsi:type="dcterms:W3CDTF">2025-12-15T06:46:00Z</dcterms:created>
  <dcterms:modified xsi:type="dcterms:W3CDTF">2025-12-17T21:56:24Z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