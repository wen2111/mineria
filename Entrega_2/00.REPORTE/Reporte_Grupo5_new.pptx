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5"/>
  </p:notesMasterIdLst>
  <p:sldIdLst>
    <p:sldId id="285" r:id="rId2"/>
    <p:sldId id="270" r:id="rId3"/>
    <p:sldId id="311" r:id="rId4"/>
    <p:sldId id="269" r:id="rId5"/>
    <p:sldId id="293" r:id="rId6"/>
    <p:sldId id="299" r:id="rId7"/>
    <p:sldId id="301" r:id="rId8"/>
    <p:sldId id="296" r:id="rId9"/>
    <p:sldId id="309" r:id="rId10"/>
    <p:sldId id="308" r:id="rId11"/>
    <p:sldId id="304" r:id="rId12"/>
    <p:sldId id="305" r:id="rId13"/>
    <p:sldId id="310" r:id="rId14"/>
  </p:sldIdLst>
  <p:sldSz cx="9144000" cy="5143500" type="screen16x9"/>
  <p:notesSz cx="6858000" cy="9144000"/>
  <p:embeddedFontLst>
    <p:embeddedFont>
      <p:font typeface="Arial Black" panose="020B0A04020102020204" pitchFamily="34" charset="0"/>
      <p:bold r:id="rId16"/>
    </p:embeddedFont>
    <p:embeddedFont>
      <p:font typeface="Didact Gothic" panose="00000500000000000000" pitchFamily="2" charset="0"/>
      <p:regular r:id="rId17"/>
    </p:embeddedFont>
    <p:embeddedFont>
      <p:font typeface="Libre Franklin" pitchFamily="2" charset="0"/>
      <p:regular r:id="rId18"/>
      <p:bold r:id="rId19"/>
      <p:italic r:id="rId20"/>
      <p:boldItalic r:id="rId21"/>
    </p:embeddedFont>
    <p:embeddedFont>
      <p:font typeface="Lucida Console" panose="020B0609040504020204" pitchFamily="49" charset="0"/>
      <p:regular r:id="rId22"/>
    </p:embeddedFont>
    <p:embeddedFont>
      <p:font typeface="Poppins" panose="00000500000000000000" pitchFamily="2" charset="0"/>
      <p:regular r:id="rId23"/>
      <p:bold r:id="rId24"/>
      <p:italic r:id="rId25"/>
      <p:boldItalic r:id="rId26"/>
    </p:embeddedFont>
    <p:embeddedFont>
      <p:font typeface="Roboto" panose="02000000000000000000" pitchFamily="2" charset="0"/>
      <p:regular r:id="rId27"/>
      <p:bold r:id="rId28"/>
      <p:italic r:id="rId29"/>
      <p:bold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io Aragón Valderrama" initials="M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FF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97" autoAdjust="0"/>
    <p:restoredTop sz="94668"/>
  </p:normalViewPr>
  <p:slideViewPr>
    <p:cSldViewPr snapToGrid="0">
      <p:cViewPr varScale="1">
        <p:scale>
          <a:sx n="54" d="100"/>
          <a:sy n="54" d="100"/>
        </p:scale>
        <p:origin x="84" y="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font" Target="fonts/font13.fntdata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31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font" Target="fonts/font12.fntdata"/><Relationship Id="rId30" Type="http://schemas.openxmlformats.org/officeDocument/2006/relationships/font" Target="fonts/font15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o Aragón Valderrama" userId="ab42593c9091a3c7" providerId="LiveId" clId="{A94EC9C8-FC2E-45B4-829C-AEB6B286F687}"/>
    <pc:docChg chg="custSel addSld delSld modSld">
      <pc:chgData name="Mario Aragón Valderrama" userId="ab42593c9091a3c7" providerId="LiveId" clId="{A94EC9C8-FC2E-45B4-829C-AEB6B286F687}" dt="2025-12-17T20:56:04.907" v="1640" actId="20577"/>
      <pc:docMkLst>
        <pc:docMk/>
      </pc:docMkLst>
      <pc:sldChg chg="addSp delSp modSp add del mod">
        <pc:chgData name="Mario Aragón Valderrama" userId="ab42593c9091a3c7" providerId="LiveId" clId="{A94EC9C8-FC2E-45B4-829C-AEB6B286F687}" dt="2025-12-17T20:55:32.260" v="1636"/>
        <pc:sldMkLst>
          <pc:docMk/>
          <pc:sldMk cId="0" sldId="269"/>
        </pc:sldMkLst>
        <pc:spChg chg="add del mod">
          <ac:chgData name="Mario Aragón Valderrama" userId="ab42593c9091a3c7" providerId="LiveId" clId="{A94EC9C8-FC2E-45B4-829C-AEB6B286F687}" dt="2025-12-17T18:13:40.585" v="824" actId="478"/>
          <ac:spMkLst>
            <pc:docMk/>
            <pc:sldMk cId="0" sldId="269"/>
            <ac:spMk id="2" creationId="{01CBDE04-DEE7-6A8D-B970-BCEB26EBA005}"/>
          </ac:spMkLst>
        </pc:spChg>
        <pc:spChg chg="mod">
          <ac:chgData name="Mario Aragón Valderrama" userId="ab42593c9091a3c7" providerId="LiveId" clId="{A94EC9C8-FC2E-45B4-829C-AEB6B286F687}" dt="2025-12-17T18:09:40.593" v="789"/>
          <ac:spMkLst>
            <pc:docMk/>
            <pc:sldMk cId="0" sldId="269"/>
            <ac:spMk id="4" creationId="{50CD4983-5F9D-83AB-AC92-0222075A5BDD}"/>
          </ac:spMkLst>
        </pc:spChg>
        <pc:spChg chg="mod">
          <ac:chgData name="Mario Aragón Valderrama" userId="ab42593c9091a3c7" providerId="LiveId" clId="{A94EC9C8-FC2E-45B4-829C-AEB6B286F687}" dt="2025-12-17T18:09:40.593" v="789"/>
          <ac:spMkLst>
            <pc:docMk/>
            <pc:sldMk cId="0" sldId="269"/>
            <ac:spMk id="5" creationId="{52FF70F9-DCE3-0C2C-005E-375A8EFF323F}"/>
          </ac:spMkLst>
        </pc:spChg>
        <pc:spChg chg="add del mod">
          <ac:chgData name="Mario Aragón Valderrama" userId="ab42593c9091a3c7" providerId="LiveId" clId="{A94EC9C8-FC2E-45B4-829C-AEB6B286F687}" dt="2025-12-17T18:11:13.582" v="808" actId="478"/>
          <ac:spMkLst>
            <pc:docMk/>
            <pc:sldMk cId="0" sldId="269"/>
            <ac:spMk id="6" creationId="{9EDF4B0B-3061-7ACC-774B-D6FC82BC26B6}"/>
          </ac:spMkLst>
        </pc:spChg>
        <pc:spChg chg="mod topLvl">
          <ac:chgData name="Mario Aragón Valderrama" userId="ab42593c9091a3c7" providerId="LiveId" clId="{A94EC9C8-FC2E-45B4-829C-AEB6B286F687}" dt="2025-12-17T18:22:49.615" v="902" actId="478"/>
          <ac:spMkLst>
            <pc:docMk/>
            <pc:sldMk cId="0" sldId="269"/>
            <ac:spMk id="10" creationId="{3344573B-05AB-722D-10BD-1916DC33F883}"/>
          </ac:spMkLst>
        </pc:spChg>
        <pc:spChg chg="del mod topLvl">
          <ac:chgData name="Mario Aragón Valderrama" userId="ab42593c9091a3c7" providerId="LiveId" clId="{A94EC9C8-FC2E-45B4-829C-AEB6B286F687}" dt="2025-12-17T18:22:49.615" v="902" actId="478"/>
          <ac:spMkLst>
            <pc:docMk/>
            <pc:sldMk cId="0" sldId="269"/>
            <ac:spMk id="12" creationId="{BB781573-BCA2-F8F7-0059-6839B0E2EB7E}"/>
          </ac:spMkLst>
        </pc:spChg>
        <pc:spChg chg="del mod">
          <ac:chgData name="Mario Aragón Valderrama" userId="ab42593c9091a3c7" providerId="LiveId" clId="{A94EC9C8-FC2E-45B4-829C-AEB6B286F687}" dt="2025-12-17T18:22:45.298" v="901" actId="478"/>
          <ac:spMkLst>
            <pc:docMk/>
            <pc:sldMk cId="0" sldId="269"/>
            <ac:spMk id="13" creationId="{BE442C9C-D39D-50DA-0642-E621F9AEF4C0}"/>
          </ac:spMkLst>
        </pc:spChg>
        <pc:spChg chg="add mod">
          <ac:chgData name="Mario Aragón Valderrama" userId="ab42593c9091a3c7" providerId="LiveId" clId="{A94EC9C8-FC2E-45B4-829C-AEB6B286F687}" dt="2025-12-17T18:22:10.146" v="896" actId="1076"/>
          <ac:spMkLst>
            <pc:docMk/>
            <pc:sldMk cId="0" sldId="269"/>
            <ac:spMk id="16" creationId="{69877C8F-5317-BE6F-6945-CC388015F9CE}"/>
          </ac:spMkLst>
        </pc:spChg>
        <pc:spChg chg="add mod">
          <ac:chgData name="Mario Aragón Valderrama" userId="ab42593c9091a3c7" providerId="LiveId" clId="{A94EC9C8-FC2E-45B4-829C-AEB6B286F687}" dt="2025-12-17T18:23:00.046" v="909" actId="20577"/>
          <ac:spMkLst>
            <pc:docMk/>
            <pc:sldMk cId="0" sldId="269"/>
            <ac:spMk id="17" creationId="{3EC15E59-67D6-0AE1-A6A9-64B30040E99A}"/>
          </ac:spMkLst>
        </pc:spChg>
        <pc:spChg chg="add mod">
          <ac:chgData name="Mario Aragón Valderrama" userId="ab42593c9091a3c7" providerId="LiveId" clId="{A94EC9C8-FC2E-45B4-829C-AEB6B286F687}" dt="2025-12-17T18:23:26.298" v="964" actId="207"/>
          <ac:spMkLst>
            <pc:docMk/>
            <pc:sldMk cId="0" sldId="269"/>
            <ac:spMk id="18" creationId="{85BED90B-FD8F-DAA5-3238-316DC3132584}"/>
          </ac:spMkLst>
        </pc:spChg>
        <pc:spChg chg="add mod">
          <ac:chgData name="Mario Aragón Valderrama" userId="ab42593c9091a3c7" providerId="LiveId" clId="{A94EC9C8-FC2E-45B4-829C-AEB6B286F687}" dt="2025-12-17T18:30:16.251" v="1629" actId="1076"/>
          <ac:spMkLst>
            <pc:docMk/>
            <pc:sldMk cId="0" sldId="269"/>
            <ac:spMk id="19" creationId="{71D43951-B2AE-7BE2-D94B-F35B07A8A778}"/>
          </ac:spMkLst>
        </pc:spChg>
        <pc:spChg chg="add mod">
          <ac:chgData name="Mario Aragón Valderrama" userId="ab42593c9091a3c7" providerId="LiveId" clId="{A94EC9C8-FC2E-45B4-829C-AEB6B286F687}" dt="2025-12-17T18:30:30.702" v="1633" actId="404"/>
          <ac:spMkLst>
            <pc:docMk/>
            <pc:sldMk cId="0" sldId="269"/>
            <ac:spMk id="20" creationId="{87FE5D4D-67B0-D6FC-3090-0D99B56B82E9}"/>
          </ac:spMkLst>
        </pc:spChg>
        <pc:spChg chg="add mod">
          <ac:chgData name="Mario Aragón Valderrama" userId="ab42593c9091a3c7" providerId="LiveId" clId="{A94EC9C8-FC2E-45B4-829C-AEB6B286F687}" dt="2025-12-17T18:30:19.785" v="1630" actId="1076"/>
          <ac:spMkLst>
            <pc:docMk/>
            <pc:sldMk cId="0" sldId="269"/>
            <ac:spMk id="21" creationId="{E1CB4E2D-AA5E-21BE-1785-DF4696D5A71F}"/>
          </ac:spMkLst>
        </pc:spChg>
        <pc:spChg chg="add mod">
          <ac:chgData name="Mario Aragón Valderrama" userId="ab42593c9091a3c7" providerId="LiveId" clId="{A94EC9C8-FC2E-45B4-829C-AEB6B286F687}" dt="2025-12-17T18:30:26.544" v="1632" actId="404"/>
          <ac:spMkLst>
            <pc:docMk/>
            <pc:sldMk cId="0" sldId="269"/>
            <ac:spMk id="22" creationId="{88CDE9D7-6FB4-5135-D608-BCD6C5875703}"/>
          </ac:spMkLst>
        </pc:spChg>
        <pc:spChg chg="mod">
          <ac:chgData name="Mario Aragón Valderrama" userId="ab42593c9091a3c7" providerId="LiveId" clId="{A94EC9C8-FC2E-45B4-829C-AEB6B286F687}" dt="2025-12-17T18:07:41.111" v="577" actId="1076"/>
          <ac:spMkLst>
            <pc:docMk/>
            <pc:sldMk cId="0" sldId="269"/>
            <ac:spMk id="620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14:37.485" v="830" actId="1076"/>
          <ac:spMkLst>
            <pc:docMk/>
            <pc:sldMk cId="0" sldId="269"/>
            <ac:spMk id="633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14:32.538" v="829" actId="20577"/>
          <ac:spMkLst>
            <pc:docMk/>
            <pc:sldMk cId="0" sldId="269"/>
            <ac:spMk id="634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6:49.897" v="568" actId="208"/>
          <ac:spMkLst>
            <pc:docMk/>
            <pc:sldMk cId="0" sldId="269"/>
            <ac:spMk id="636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9:13.147" v="780" actId="20577"/>
          <ac:spMkLst>
            <pc:docMk/>
            <pc:sldMk cId="0" sldId="269"/>
            <ac:spMk id="637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9:46.437" v="793" actId="20577"/>
          <ac:spMkLst>
            <pc:docMk/>
            <pc:sldMk cId="0" sldId="269"/>
            <ac:spMk id="646" creationId="{00000000-0000-0000-0000-000000000000}"/>
          </ac:spMkLst>
        </pc:spChg>
        <pc:spChg chg="del mod">
          <ac:chgData name="Mario Aragón Valderrama" userId="ab42593c9091a3c7" providerId="LiveId" clId="{A94EC9C8-FC2E-45B4-829C-AEB6B286F687}" dt="2025-12-17T18:09:45.818" v="792" actId="478"/>
          <ac:spMkLst>
            <pc:docMk/>
            <pc:sldMk cId="0" sldId="269"/>
            <ac:spMk id="648" creationId="{00000000-0000-0000-0000-000000000000}"/>
          </ac:spMkLst>
        </pc:spChg>
        <pc:grpChg chg="add del mod">
          <ac:chgData name="Mario Aragón Valderrama" userId="ab42593c9091a3c7" providerId="LiveId" clId="{A94EC9C8-FC2E-45B4-829C-AEB6B286F687}" dt="2025-12-17T18:13:31.064" v="822" actId="478"/>
          <ac:grpSpMkLst>
            <pc:docMk/>
            <pc:sldMk cId="0" sldId="269"/>
            <ac:grpSpMk id="3" creationId="{5A89A149-BF97-CA2A-D95E-643460D8491E}"/>
          </ac:grpSpMkLst>
        </pc:grpChg>
        <pc:grpChg chg="add del mod">
          <ac:chgData name="Mario Aragón Valderrama" userId="ab42593c9091a3c7" providerId="LiveId" clId="{A94EC9C8-FC2E-45B4-829C-AEB6B286F687}" dt="2025-12-17T18:22:49.615" v="902" actId="478"/>
          <ac:grpSpMkLst>
            <pc:docMk/>
            <pc:sldMk cId="0" sldId="269"/>
            <ac:grpSpMk id="9" creationId="{20E66501-CBE8-6D7E-20F9-1EDCA21CCCAC}"/>
          </ac:grpSpMkLst>
        </pc:grpChg>
        <pc:grpChg chg="del mod">
          <ac:chgData name="Mario Aragón Valderrama" userId="ab42593c9091a3c7" providerId="LiveId" clId="{A94EC9C8-FC2E-45B4-829C-AEB6B286F687}" dt="2025-12-17T18:22:45.298" v="901" actId="478"/>
          <ac:grpSpMkLst>
            <pc:docMk/>
            <pc:sldMk cId="0" sldId="269"/>
            <ac:grpSpMk id="11" creationId="{278BDD88-8084-F4BF-C2C7-6FEC1766AD77}"/>
          </ac:grpSpMkLst>
        </pc:grpChg>
        <pc:grpChg chg="del">
          <ac:chgData name="Mario Aragón Valderrama" userId="ab42593c9091a3c7" providerId="LiveId" clId="{A94EC9C8-FC2E-45B4-829C-AEB6B286F687}" dt="2025-12-17T18:07:00.432" v="570" actId="478"/>
          <ac:grpSpMkLst>
            <pc:docMk/>
            <pc:sldMk cId="0" sldId="269"/>
            <ac:grpSpMk id="621" creationId="{00000000-0000-0000-0000-000000000000}"/>
          </ac:grpSpMkLst>
        </pc:grpChg>
        <pc:grpChg chg="mod">
          <ac:chgData name="Mario Aragón Valderrama" userId="ab42593c9091a3c7" providerId="LiveId" clId="{A94EC9C8-FC2E-45B4-829C-AEB6B286F687}" dt="2025-12-17T18:19:21.672" v="839" actId="1076"/>
          <ac:grpSpMkLst>
            <pc:docMk/>
            <pc:sldMk cId="0" sldId="269"/>
            <ac:grpSpMk id="630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13:37.468" v="823" actId="478"/>
          <ac:grpSpMkLst>
            <pc:docMk/>
            <pc:sldMk cId="0" sldId="269"/>
            <ac:grpSpMk id="635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7.183" v="794" actId="478"/>
          <ac:grpSpMkLst>
            <pc:docMk/>
            <pc:sldMk cId="0" sldId="269"/>
            <ac:grpSpMk id="638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5.189" v="791" actId="478"/>
          <ac:grpSpMkLst>
            <pc:docMk/>
            <pc:sldMk cId="0" sldId="269"/>
            <ac:grpSpMk id="641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7.873" v="795" actId="478"/>
          <ac:grpSpMkLst>
            <pc:docMk/>
            <pc:sldMk cId="0" sldId="269"/>
            <ac:grpSpMk id="644" creationId="{00000000-0000-0000-0000-000000000000}"/>
          </ac:grpSpMkLst>
        </pc:grpChg>
        <pc:graphicFrameChg chg="add del mod modGraphic">
          <ac:chgData name="Mario Aragón Valderrama" userId="ab42593c9091a3c7" providerId="LiveId" clId="{A94EC9C8-FC2E-45B4-829C-AEB6B286F687}" dt="2025-12-17T18:13:26.777" v="821" actId="478"/>
          <ac:graphicFrameMkLst>
            <pc:docMk/>
            <pc:sldMk cId="0" sldId="269"/>
            <ac:graphicFrameMk id="452" creationId="{00000000-0000-0000-0000-000000000000}"/>
          </ac:graphicFrameMkLst>
        </pc:graphicFrameChg>
        <pc:picChg chg="add mod modCrop">
          <ac:chgData name="Mario Aragón Valderrama" userId="ab42593c9091a3c7" providerId="LiveId" clId="{A94EC9C8-FC2E-45B4-829C-AEB6B286F687}" dt="2025-12-17T18:20:28.973" v="840" actId="732"/>
          <ac:picMkLst>
            <pc:docMk/>
            <pc:sldMk cId="0" sldId="269"/>
            <ac:picMk id="8" creationId="{8C95C62C-5D4A-FC95-0DFB-997E5B2FFFDE}"/>
          </ac:picMkLst>
        </pc:picChg>
        <pc:picChg chg="add mod">
          <ac:chgData name="Mario Aragón Valderrama" userId="ab42593c9091a3c7" providerId="LiveId" clId="{A94EC9C8-FC2E-45B4-829C-AEB6B286F687}" dt="2025-12-17T18:21:12.288" v="855" actId="1076"/>
          <ac:picMkLst>
            <pc:docMk/>
            <pc:sldMk cId="0" sldId="269"/>
            <ac:picMk id="15" creationId="{0BD2F1C5-A55C-570F-B75F-2D3BDC325838}"/>
          </ac:picMkLst>
        </pc:picChg>
      </pc:sldChg>
      <pc:sldChg chg="add">
        <pc:chgData name="Mario Aragón Valderrama" userId="ab42593c9091a3c7" providerId="LiveId" clId="{A94EC9C8-FC2E-45B4-829C-AEB6B286F687}" dt="2025-12-17T17:38:27.727" v="0"/>
        <pc:sldMkLst>
          <pc:docMk/>
          <pc:sldMk cId="0" sldId="270"/>
        </pc:sldMkLst>
      </pc:sldChg>
      <pc:sldChg chg="addSp delSp modSp add mod">
        <pc:chgData name="Mario Aragón Valderrama" userId="ab42593c9091a3c7" providerId="LiveId" clId="{A94EC9C8-FC2E-45B4-829C-AEB6B286F687}" dt="2025-12-17T18:00:22.320" v="391"/>
        <pc:sldMkLst>
          <pc:docMk/>
          <pc:sldMk cId="0" sldId="272"/>
        </pc:sldMkLst>
        <pc:spChg chg="del">
          <ac:chgData name="Mario Aragón Valderrama" userId="ab42593c9091a3c7" providerId="LiveId" clId="{A94EC9C8-FC2E-45B4-829C-AEB6B286F687}" dt="2025-12-17T17:38:52.169" v="2" actId="478"/>
          <ac:spMkLst>
            <pc:docMk/>
            <pc:sldMk cId="0" sldId="272"/>
            <ac:spMk id="5" creationId="{00000000-0000-0000-0000-000000000000}"/>
          </ac:spMkLst>
        </pc:spChg>
        <pc:spChg chg="add mod">
          <ac:chgData name="Mario Aragón Valderrama" userId="ab42593c9091a3c7" providerId="LiveId" clId="{A94EC9C8-FC2E-45B4-829C-AEB6B286F687}" dt="2025-12-17T17:57:20.305" v="374" actId="1076"/>
          <ac:spMkLst>
            <pc:docMk/>
            <pc:sldMk cId="0" sldId="272"/>
            <ac:spMk id="6" creationId="{F56E9262-ACFE-8ADC-8AFE-6F44FF07DC25}"/>
          </ac:spMkLst>
        </pc:spChg>
        <pc:spChg chg="add mod">
          <ac:chgData name="Mario Aragón Valderrama" userId="ab42593c9091a3c7" providerId="LiveId" clId="{A94EC9C8-FC2E-45B4-829C-AEB6B286F687}" dt="2025-12-17T17:53:17.837" v="288" actId="1076"/>
          <ac:spMkLst>
            <pc:docMk/>
            <pc:sldMk cId="0" sldId="272"/>
            <ac:spMk id="7" creationId="{41CF5255-C740-6850-5A26-FF12DEAB1B77}"/>
          </ac:spMkLst>
        </pc:spChg>
        <pc:spChg chg="mod">
          <ac:chgData name="Mario Aragón Valderrama" userId="ab42593c9091a3c7" providerId="LiveId" clId="{A94EC9C8-FC2E-45B4-829C-AEB6B286F687}" dt="2025-12-17T17:53:04.486" v="285" actId="1076"/>
          <ac:spMkLst>
            <pc:docMk/>
            <pc:sldMk cId="0" sldId="272"/>
            <ac:spMk id="633" creationId="{00000000-0000-0000-0000-000000000000}"/>
          </ac:spMkLst>
        </pc:spChg>
        <pc:graphicFrameChg chg="mod modGraphic">
          <ac:chgData name="Mario Aragón Valderrama" userId="ab42593c9091a3c7" providerId="LiveId" clId="{A94EC9C8-FC2E-45B4-829C-AEB6B286F687}" dt="2025-12-17T17:58:10.007" v="377"/>
          <ac:graphicFrameMkLst>
            <pc:docMk/>
            <pc:sldMk cId="0" sldId="272"/>
            <ac:graphicFrameMk id="2" creationId="{00000000-0000-0000-0000-000000000000}"/>
          </ac:graphicFrameMkLst>
        </pc:graphicFrameChg>
        <pc:graphicFrameChg chg="add mod modGraphic">
          <ac:chgData name="Mario Aragón Valderrama" userId="ab42593c9091a3c7" providerId="LiveId" clId="{A94EC9C8-FC2E-45B4-829C-AEB6B286F687}" dt="2025-12-17T18:00:22.320" v="391"/>
          <ac:graphicFrameMkLst>
            <pc:docMk/>
            <pc:sldMk cId="0" sldId="272"/>
            <ac:graphicFrameMk id="3" creationId="{82F91AD5-889D-682F-0188-17811BDC62E6}"/>
          </ac:graphicFrameMkLst>
        </pc:graphicFrameChg>
        <pc:picChg chg="add del mod">
          <ac:chgData name="Mario Aragón Valderrama" userId="ab42593c9091a3c7" providerId="LiveId" clId="{A94EC9C8-FC2E-45B4-829C-AEB6B286F687}" dt="2025-12-17T17:53:01.714" v="284" actId="478"/>
          <ac:picMkLst>
            <pc:docMk/>
            <pc:sldMk cId="0" sldId="272"/>
            <ac:picMk id="4" creationId="{9A0F1519-2413-1DA1-142E-DEF83A534A25}"/>
          </ac:picMkLst>
        </pc:picChg>
        <pc:picChg chg="del mod">
          <ac:chgData name="Mario Aragón Valderrama" userId="ab42593c9091a3c7" providerId="LiveId" clId="{A94EC9C8-FC2E-45B4-829C-AEB6B286F687}" dt="2025-12-17T17:39:11.513" v="8" actId="478"/>
          <ac:picMkLst>
            <pc:docMk/>
            <pc:sldMk cId="0" sldId="272"/>
            <ac:picMk id="9" creationId="{00000000-0000-0000-0000-000000000000}"/>
          </ac:picMkLst>
        </pc:picChg>
      </pc:sldChg>
      <pc:sldChg chg="add del">
        <pc:chgData name="Mario Aragón Valderrama" userId="ab42593c9091a3c7" providerId="LiveId" clId="{A94EC9C8-FC2E-45B4-829C-AEB6B286F687}" dt="2025-12-17T20:55:56.964" v="1638"/>
        <pc:sldMkLst>
          <pc:docMk/>
          <pc:sldMk cId="0" sldId="304"/>
        </pc:sldMkLst>
      </pc:sldChg>
      <pc:sldChg chg="addSp delSp modSp new del mod">
        <pc:chgData name="Mario Aragón Valderrama" userId="ab42593c9091a3c7" providerId="LiveId" clId="{A94EC9C8-FC2E-45B4-829C-AEB6B286F687}" dt="2025-12-17T20:55:03.859" v="1634" actId="47"/>
        <pc:sldMkLst>
          <pc:docMk/>
          <pc:sldMk cId="2064685130" sldId="306"/>
        </pc:sldMkLst>
        <pc:spChg chg="mod">
          <ac:chgData name="Mario Aragón Valderrama" userId="ab42593c9091a3c7" providerId="LiveId" clId="{A94EC9C8-FC2E-45B4-829C-AEB6B286F687}" dt="2025-12-17T18:00:55.316" v="396" actId="404"/>
          <ac:spMkLst>
            <pc:docMk/>
            <pc:sldMk cId="2064685130" sldId="306"/>
            <ac:spMk id="2" creationId="{7664BEB2-C413-4788-F1F1-D853AAD647A2}"/>
          </ac:spMkLst>
        </pc:spChg>
        <pc:spChg chg="add mod">
          <ac:chgData name="Mario Aragón Valderrama" userId="ab42593c9091a3c7" providerId="LiveId" clId="{A94EC9C8-FC2E-45B4-829C-AEB6B286F687}" dt="2025-12-17T18:02:49.396" v="522" actId="20577"/>
          <ac:spMkLst>
            <pc:docMk/>
            <pc:sldMk cId="2064685130" sldId="306"/>
            <ac:spMk id="3" creationId="{489A5488-CC41-AE3C-B15B-DDD529EAA282}"/>
          </ac:spMkLst>
        </pc:spChg>
        <pc:spChg chg="add del mod">
          <ac:chgData name="Mario Aragón Valderrama" userId="ab42593c9091a3c7" providerId="LiveId" clId="{A94EC9C8-FC2E-45B4-829C-AEB6B286F687}" dt="2025-12-17T18:03:32.484" v="556" actId="21"/>
          <ac:spMkLst>
            <pc:docMk/>
            <pc:sldMk cId="2064685130" sldId="306"/>
            <ac:spMk id="4" creationId="{14960C36-A145-E406-1CC2-C2B53FBBD01F}"/>
          </ac:spMkLst>
        </pc:spChg>
      </pc:sldChg>
      <pc:sldChg chg="addSp delSp modSp new">
        <pc:chgData name="Mario Aragón Valderrama" userId="ab42593c9091a3c7" providerId="LiveId" clId="{A94EC9C8-FC2E-45B4-829C-AEB6B286F687}" dt="2025-12-17T18:03:35.578" v="558"/>
        <pc:sldMkLst>
          <pc:docMk/>
          <pc:sldMk cId="533820865" sldId="307"/>
        </pc:sldMkLst>
        <pc:spChg chg="del">
          <ac:chgData name="Mario Aragón Valderrama" userId="ab42593c9091a3c7" providerId="LiveId" clId="{A94EC9C8-FC2E-45B4-829C-AEB6B286F687}" dt="2025-12-17T18:03:35.578" v="558"/>
          <ac:spMkLst>
            <pc:docMk/>
            <pc:sldMk cId="533820865" sldId="307"/>
            <ac:spMk id="2" creationId="{0E0DCFEE-FF86-C692-7E90-5310EF0663E5}"/>
          </ac:spMkLst>
        </pc:spChg>
        <pc:spChg chg="add mod">
          <ac:chgData name="Mario Aragón Valderrama" userId="ab42593c9091a3c7" providerId="LiveId" clId="{A94EC9C8-FC2E-45B4-829C-AEB6B286F687}" dt="2025-12-17T18:03:35.578" v="558"/>
          <ac:spMkLst>
            <pc:docMk/>
            <pc:sldMk cId="533820865" sldId="307"/>
            <ac:spMk id="4" creationId="{14960C36-A145-E406-1CC2-C2B53FBBD01F}"/>
          </ac:spMkLst>
        </pc:spChg>
      </pc:sldChg>
      <pc:sldChg chg="modSp new del">
        <pc:chgData name="Mario Aragón Valderrama" userId="ab42593c9091a3c7" providerId="LiveId" clId="{A94EC9C8-FC2E-45B4-829C-AEB6B286F687}" dt="2025-12-17T18:07:33.772" v="574" actId="47"/>
        <pc:sldMkLst>
          <pc:docMk/>
          <pc:sldMk cId="2801438337" sldId="308"/>
        </pc:sldMkLst>
        <pc:spChg chg="mod">
          <ac:chgData name="Mario Aragón Valderrama" userId="ab42593c9091a3c7" providerId="LiveId" clId="{A94EC9C8-FC2E-45B4-829C-AEB6B286F687}" dt="2025-12-17T18:03:48.692" v="560"/>
          <ac:spMkLst>
            <pc:docMk/>
            <pc:sldMk cId="2801438337" sldId="308"/>
            <ac:spMk id="2" creationId="{BAFE5815-9901-BFBE-F77F-98F480841E5B}"/>
          </ac:spMkLst>
        </pc:spChg>
      </pc:sldChg>
      <pc:sldChg chg="modSp mod">
        <pc:chgData name="Mario Aragón Valderrama" userId="ab42593c9091a3c7" providerId="LiveId" clId="{A94EC9C8-FC2E-45B4-829C-AEB6B286F687}" dt="2025-12-17T20:56:04.907" v="1640" actId="20577"/>
        <pc:sldMkLst>
          <pc:docMk/>
          <pc:sldMk cId="3373186615" sldId="310"/>
        </pc:sldMkLst>
        <pc:spChg chg="mod">
          <ac:chgData name="Mario Aragón Valderrama" userId="ab42593c9091a3c7" providerId="LiveId" clId="{A94EC9C8-FC2E-45B4-829C-AEB6B286F687}" dt="2025-12-17T20:56:04.907" v="1640" actId="20577"/>
          <ac:spMkLst>
            <pc:docMk/>
            <pc:sldMk cId="3373186615" sldId="310"/>
            <ac:spMk id="2" creationId="{744E8F24-AF72-DFA5-9CAE-072E2FD20465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webp"/><Relationship Id="rId1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webp"/><Relationship Id="rId1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	Business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dirty="0"/>
            <a:t>– Todo el equipo</a:t>
          </a: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pPr algn="l"/>
          <a:r>
            <a:rPr lang="es-ES" sz="900" b="1" dirty="0">
              <a:solidFill>
                <a:srgbClr val="002060"/>
              </a:solidFill>
            </a:rPr>
            <a:t>      	Data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b="1" dirty="0"/>
            <a:t>-</a:t>
          </a:r>
          <a:r>
            <a:rPr lang="es-ES" sz="900" dirty="0"/>
            <a:t>  Todo el equipo</a:t>
          </a:r>
        </a:p>
        <a:p>
          <a:pPr algn="l"/>
          <a:r>
            <a:rPr lang="es-ES" sz="900" dirty="0"/>
            <a:t>  	Diseño del </a:t>
          </a:r>
          <a:r>
            <a:rPr lang="es-ES" sz="900" dirty="0" err="1"/>
            <a:t>metadata</a:t>
          </a:r>
          <a:r>
            <a:rPr lang="es-ES" sz="900" dirty="0"/>
            <a:t> – Melissa	  EDA– </a:t>
          </a:r>
          <a:r>
            <a:rPr lang="es-ES" sz="900" dirty="0" err="1"/>
            <a:t>Wenjia</a:t>
          </a:r>
          <a:r>
            <a:rPr lang="es-ES" sz="900" dirty="0"/>
            <a:t> y </a:t>
          </a:r>
          <a:r>
            <a:rPr lang="es-ES" sz="900" dirty="0" err="1"/>
            <a:t>Siling</a:t>
          </a:r>
          <a:endParaRPr lang="es-ES" sz="900" dirty="0"/>
        </a:p>
        <a:p>
          <a:pPr algn="l"/>
          <a:r>
            <a:rPr lang="es-ES" sz="900" dirty="0"/>
            <a:t>    </a:t>
          </a:r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	Data </a:t>
          </a:r>
          <a:r>
            <a:rPr lang="es-ES" sz="800" b="1" dirty="0" err="1">
              <a:solidFill>
                <a:srgbClr val="002060"/>
              </a:solidFill>
            </a:rPr>
            <a:t>preparation</a:t>
          </a:r>
          <a:endParaRPr lang="es-ES" sz="800" b="1" dirty="0">
            <a:solidFill>
              <a:srgbClr val="002060"/>
            </a:solidFill>
          </a:endParaRPr>
        </a:p>
        <a:p>
          <a:r>
            <a:rPr lang="es-ES" sz="800" dirty="0"/>
            <a:t>	Imputación </a:t>
          </a:r>
          <a:r>
            <a:rPr lang="es-ES" sz="800" dirty="0" err="1"/>
            <a:t>missings</a:t>
          </a:r>
          <a:r>
            <a:rPr lang="es-ES" sz="800" dirty="0"/>
            <a:t> – Mario y Laura</a:t>
          </a:r>
        </a:p>
        <a:p>
          <a:r>
            <a:rPr lang="es-ES" sz="800" dirty="0"/>
            <a:t>	</a:t>
          </a:r>
          <a:r>
            <a:rPr lang="es-ES" sz="800" dirty="0" err="1"/>
            <a:t>Tratatamiento</a:t>
          </a:r>
          <a:r>
            <a:rPr lang="es-ES" sz="800" dirty="0"/>
            <a:t> </a:t>
          </a:r>
          <a:r>
            <a:rPr lang="es-ES" sz="800" dirty="0" err="1"/>
            <a:t>Outliers</a:t>
          </a:r>
          <a:r>
            <a:rPr lang="es-ES" sz="800" dirty="0"/>
            <a:t> – Mario, Laura y Melissa</a:t>
          </a:r>
        </a:p>
        <a:p>
          <a:r>
            <a:rPr lang="es-ES" sz="800" dirty="0"/>
            <a:t>	</a:t>
          </a:r>
          <a:r>
            <a:rPr lang="es-ES" sz="800" dirty="0" err="1"/>
            <a:t>Feature</a:t>
          </a:r>
          <a:r>
            <a:rPr lang="es-ES" sz="800" dirty="0"/>
            <a:t> </a:t>
          </a:r>
          <a:r>
            <a:rPr lang="es-ES" sz="800" dirty="0" err="1"/>
            <a:t>Engineering</a:t>
          </a:r>
          <a:r>
            <a:rPr lang="es-ES" sz="800" dirty="0"/>
            <a:t>– </a:t>
          </a:r>
          <a:r>
            <a:rPr lang="es-ES" sz="800" dirty="0" err="1"/>
            <a:t>Wenjia</a:t>
          </a:r>
          <a:r>
            <a:rPr lang="es-ES" sz="800" dirty="0"/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           	</a:t>
          </a:r>
        </a:p>
        <a:p>
          <a:r>
            <a:rPr lang="es-ES" sz="900" dirty="0"/>
            <a:t>	</a:t>
          </a:r>
          <a:r>
            <a:rPr lang="es-ES" sz="900" b="1" dirty="0">
              <a:solidFill>
                <a:srgbClr val="002060"/>
              </a:solidFill>
            </a:rPr>
            <a:t>KNN</a:t>
          </a:r>
          <a:r>
            <a:rPr lang="es-ES" sz="900" b="1" dirty="0"/>
            <a:t> -</a:t>
          </a:r>
          <a:r>
            <a:rPr lang="es-ES" sz="900" dirty="0"/>
            <a:t> </a:t>
          </a:r>
          <a:r>
            <a:rPr lang="es-ES" sz="900" dirty="0" err="1"/>
            <a:t>Siling</a:t>
          </a:r>
          <a:r>
            <a:rPr lang="es-ES" sz="900" dirty="0"/>
            <a:t>, Laura			</a:t>
          </a:r>
        </a:p>
        <a:p>
          <a:r>
            <a:rPr lang="es-ES" sz="900" dirty="0"/>
            <a:t>            </a:t>
          </a:r>
          <a:endParaRPr lang="es-ES" sz="1000" b="1" dirty="0">
            <a:solidFill>
              <a:srgbClr val="002060"/>
            </a:solidFill>
          </a:endParaRP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B9802D42-76B7-4AE8-9963-A689582E6B35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            	</a:t>
          </a:r>
          <a:r>
            <a:rPr lang="es-ES" sz="900" b="1" dirty="0" err="1">
              <a:solidFill>
                <a:srgbClr val="002060"/>
              </a:solidFill>
            </a:rPr>
            <a:t>Naive</a:t>
          </a:r>
          <a:r>
            <a:rPr lang="es-ES" sz="900" b="1" dirty="0">
              <a:solidFill>
                <a:srgbClr val="002060"/>
              </a:solidFill>
            </a:rPr>
            <a:t> Bayes</a:t>
          </a:r>
          <a:r>
            <a:rPr lang="es-ES" sz="900" dirty="0"/>
            <a:t>- - Melissa, </a:t>
          </a:r>
          <a:r>
            <a:rPr lang="es-ES" sz="900" dirty="0" err="1"/>
            <a:t>Wenjia</a:t>
          </a:r>
          <a:endParaRPr lang="es-ES" sz="900" dirty="0"/>
        </a:p>
      </dgm:t>
    </dgm:pt>
    <dgm:pt modelId="{5522CECA-745D-4D76-A87A-0DA536D5330D}" type="parTrans" cxnId="{A44658AC-B46F-4B08-B962-B06FFFD99B33}">
      <dgm:prSet/>
      <dgm:spPr/>
      <dgm:t>
        <a:bodyPr/>
        <a:lstStyle/>
        <a:p>
          <a:endParaRPr lang="es-ES" sz="2400"/>
        </a:p>
      </dgm:t>
    </dgm:pt>
    <dgm:pt modelId="{1B62F6DE-B574-43AD-B04F-ABDF9E20E863}" type="sibTrans" cxnId="{A44658AC-B46F-4B08-B962-B06FFFD99B33}">
      <dgm:prSet/>
      <dgm:spPr/>
      <dgm:t>
        <a:bodyPr/>
        <a:lstStyle/>
        <a:p>
          <a:endParaRPr lang="es-ES" sz="2400"/>
        </a:p>
      </dgm:t>
    </dgm:pt>
    <dgm:pt modelId="{CC6D47E2-8A71-4B1A-8F98-BE4BAEE6E8AC}">
      <dgm:prSet phldrT="[Texto]" phldr="0" custT="1"/>
      <dgm:spPr/>
      <dgm:t>
        <a:bodyPr/>
        <a:lstStyle/>
        <a:p>
          <a:pPr algn="l"/>
          <a:r>
            <a:rPr lang="es-ES" sz="1600" b="1" dirty="0">
              <a:solidFill>
                <a:srgbClr val="002060"/>
              </a:solidFill>
            </a:rPr>
            <a:t>       </a:t>
          </a:r>
          <a:r>
            <a:rPr lang="es-ES" sz="900" b="1" dirty="0" err="1">
              <a:solidFill>
                <a:srgbClr val="002060"/>
              </a:solidFill>
            </a:rPr>
            <a:t>Association</a:t>
          </a:r>
          <a:r>
            <a:rPr lang="es-ES" sz="900" b="1" dirty="0">
              <a:solidFill>
                <a:srgbClr val="002060"/>
              </a:solidFill>
            </a:rPr>
            <a:t> Rules </a:t>
          </a:r>
          <a:r>
            <a:rPr lang="es-ES" sz="900" dirty="0"/>
            <a:t>- Mario</a:t>
          </a:r>
          <a:endParaRPr lang="es-ES" sz="1600" dirty="0"/>
        </a:p>
      </dgm:t>
    </dgm:pt>
    <dgm:pt modelId="{84CDFEF3-BC3A-4E9A-ADD4-E3DBD71239AB}" type="parTrans" cxnId="{6BB20123-44EB-4ECC-98D4-EEA8086C9C88}">
      <dgm:prSet/>
      <dgm:spPr/>
      <dgm:t>
        <a:bodyPr/>
        <a:lstStyle/>
        <a:p>
          <a:endParaRPr lang="ca-ES"/>
        </a:p>
      </dgm:t>
    </dgm:pt>
    <dgm:pt modelId="{C5B316B0-5A00-4484-92C8-F305A3F17508}" type="sibTrans" cxnId="{6BB20123-44EB-4ECC-98D4-EEA8086C9C88}">
      <dgm:prSet/>
      <dgm:spPr/>
      <dgm:t>
        <a:bodyPr/>
        <a:lstStyle/>
        <a:p>
          <a:endParaRPr lang="ca-ES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6" custScaleY="71211"/>
      <dgm:spPr/>
    </dgm:pt>
    <dgm:pt modelId="{EF2D8EC3-8FE2-4E7C-B86A-83EDAF07162F}" type="pres">
      <dgm:prSet presAssocID="{C9F99139-B66D-4219-861A-3EA127D493C0}" presName="img" presStyleLbl="fgImgPlace1" presStyleIdx="0" presStyleCnt="6" custScaleY="69563"/>
      <dgm:spPr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6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1" presStyleCnt="6" custScaleY="119178"/>
      <dgm:spPr/>
    </dgm:pt>
    <dgm:pt modelId="{C9E8AD8B-B134-4129-BD9A-C060E9DACAFC}" type="pres">
      <dgm:prSet presAssocID="{B0A54B65-E829-4553-8B45-B4EBDAF3C233}" presName="img" presStyleLbl="fgImgPlace1" presStyleIdx="1" presStyleCnt="6" custScaleY="120571"/>
      <dgm:spPr>
        <a:blipFill>
          <a:blip xmlns:r="http://schemas.openxmlformats.org/officeDocument/2006/relationships" r:embed="rId2"/>
          <a:srcRect/>
          <a:stretch>
            <a:fillRect l="-9000" r="-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1" presStyleCnt="6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2" presStyleCnt="6" custScaleY="130909"/>
      <dgm:spPr/>
    </dgm:pt>
    <dgm:pt modelId="{D306C488-315E-46F7-B989-FFF5212BF6E2}" type="pres">
      <dgm:prSet presAssocID="{EBF196C3-A6DB-42DE-B168-0612EDF03693}" presName="img" presStyleLbl="fgImgPlace1" presStyleIdx="2" presStyleCnt="6" custScaleY="119041"/>
      <dgm:spPr>
        <a:blipFill>
          <a:blip xmlns:r="http://schemas.openxmlformats.org/officeDocument/2006/relationships" r:embed="rId3"/>
          <a:srcRect/>
          <a:stretch>
            <a:fillRect t="-8000" b="-8000"/>
          </a:stretch>
        </a:blipFill>
      </dgm:spPr>
    </dgm:pt>
    <dgm:pt modelId="{E67E17D0-D90F-49C4-814B-C75905BED48F}" type="pres">
      <dgm:prSet presAssocID="{EBF196C3-A6DB-42DE-B168-0612EDF03693}" presName="text" presStyleLbl="node1" presStyleIdx="2" presStyleCnt="6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3" presStyleCnt="6"/>
      <dgm:spPr/>
    </dgm:pt>
    <dgm:pt modelId="{D58F51A8-C9AC-49A7-BF07-49E56398E46B}" type="pres">
      <dgm:prSet presAssocID="{D3DB2985-286F-4E1B-A3EF-B67DCD1C08F6}" presName="img" presStyleLbl="fgImgPlace1" presStyleIdx="3" presStyleCnt="6"/>
      <dgm:spPr>
        <a:blipFill>
          <a:blip xmlns:r="http://schemas.openxmlformats.org/officeDocument/2006/relationships" r:embed="rId4"/>
          <a:srcRect/>
          <a:stretch>
            <a:fillRect l="-3000" r="-3000"/>
          </a:stretch>
        </a:blipFill>
      </dgm:spPr>
    </dgm:pt>
    <dgm:pt modelId="{CCCE771C-F880-4686-A4B6-89572DC603BC}" type="pres">
      <dgm:prSet presAssocID="{D3DB2985-286F-4E1B-A3EF-B67DCD1C08F6}" presName="text" presStyleLbl="node1" presStyleIdx="3" presStyleCnt="6">
        <dgm:presLayoutVars>
          <dgm:bulletEnabled val="1"/>
        </dgm:presLayoutVars>
      </dgm:prSet>
      <dgm:spPr/>
    </dgm:pt>
    <dgm:pt modelId="{3A49B040-FDA1-4A12-B511-8E073D364A2F}" type="pres">
      <dgm:prSet presAssocID="{F982C1E6-BEEF-456A-A8F1-006AD67EDC6F}" presName="spacer" presStyleCnt="0"/>
      <dgm:spPr/>
    </dgm:pt>
    <dgm:pt modelId="{290DC7B3-86F4-4764-849C-490D39CB5F58}" type="pres">
      <dgm:prSet presAssocID="{B9802D42-76B7-4AE8-9963-A689582E6B35}" presName="comp" presStyleCnt="0"/>
      <dgm:spPr/>
    </dgm:pt>
    <dgm:pt modelId="{34B88185-A619-4D08-836A-F611598437A8}" type="pres">
      <dgm:prSet presAssocID="{B9802D42-76B7-4AE8-9963-A689582E6B35}" presName="box" presStyleLbl="node1" presStyleIdx="4" presStyleCnt="6" custScaleY="71948" custLinFactNeighborX="276" custLinFactNeighborY="-801"/>
      <dgm:spPr/>
    </dgm:pt>
    <dgm:pt modelId="{F2ED9228-CFBA-4661-8996-A0E7EA7BA1F7}" type="pres">
      <dgm:prSet presAssocID="{B9802D42-76B7-4AE8-9963-A689582E6B35}" presName="img" presStyleLbl="fgImgPlace1" presStyleIdx="4" presStyleCnt="6" custAng="10800000" custFlipVert="1" custScaleY="68307"/>
      <dgm:spPr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</dgm:spPr>
    </dgm:pt>
    <dgm:pt modelId="{1EA42E4A-7A77-461B-A3EF-ED6EF71F796A}" type="pres">
      <dgm:prSet presAssocID="{B9802D42-76B7-4AE8-9963-A689582E6B35}" presName="text" presStyleLbl="node1" presStyleIdx="4" presStyleCnt="6">
        <dgm:presLayoutVars>
          <dgm:bulletEnabled val="1"/>
        </dgm:presLayoutVars>
      </dgm:prSet>
      <dgm:spPr/>
    </dgm:pt>
    <dgm:pt modelId="{B53B1228-95AD-44CB-9082-9AF9E9E9267A}" type="pres">
      <dgm:prSet presAssocID="{1B62F6DE-B574-43AD-B04F-ABDF9E20E863}" presName="spacer" presStyleCnt="0"/>
      <dgm:spPr/>
    </dgm:pt>
    <dgm:pt modelId="{EBC0720D-4641-44BF-BC24-0EB8F384669A}" type="pres">
      <dgm:prSet presAssocID="{CC6D47E2-8A71-4B1A-8F98-BE4BAEE6E8AC}" presName="comp" presStyleCnt="0"/>
      <dgm:spPr/>
    </dgm:pt>
    <dgm:pt modelId="{FA2DE544-1031-4F4C-BF53-CA1BCE485909}" type="pres">
      <dgm:prSet presAssocID="{CC6D47E2-8A71-4B1A-8F98-BE4BAEE6E8AC}" presName="box" presStyleLbl="node1" presStyleIdx="5" presStyleCnt="6" custScaleY="71948" custLinFactNeighborX="-114" custLinFactNeighborY="47764"/>
      <dgm:spPr/>
    </dgm:pt>
    <dgm:pt modelId="{01C5A8A8-E49E-4E20-A424-644FE0C42032}" type="pres">
      <dgm:prSet presAssocID="{CC6D47E2-8A71-4B1A-8F98-BE4BAEE6E8AC}" presName="img" presStyleLbl="fgImgPlace1" presStyleIdx="5" presStyleCnt="6" custScaleY="61709"/>
      <dgm:spPr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</dgm:spPr>
    </dgm:pt>
    <dgm:pt modelId="{EDB1BC29-CC1B-442B-A3E3-0A91F411AF10}" type="pres">
      <dgm:prSet presAssocID="{CC6D47E2-8A71-4B1A-8F98-BE4BAEE6E8AC}" presName="text" presStyleLbl="node1" presStyleIdx="5" presStyleCnt="6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6BB20123-44EB-4ECC-98D4-EEA8086C9C88}" srcId="{E0DBD592-C900-4D5D-A79A-93A58E8DA172}" destId="{CC6D47E2-8A71-4B1A-8F98-BE4BAEE6E8AC}" srcOrd="5" destOrd="0" parTransId="{84CDFEF3-BC3A-4E9A-ADD4-E3DBD71239AB}" sibTransId="{C5B316B0-5A00-4484-92C8-F305A3F17508}"/>
    <dgm:cxn modelId="{65895564-FE42-4415-AA8F-D202E6059716}" type="presOf" srcId="{CC6D47E2-8A71-4B1A-8F98-BE4BAEE6E8AC}" destId="{EDB1BC29-CC1B-442B-A3E3-0A91F411AF10}" srcOrd="1" destOrd="0" presId="urn:microsoft.com/office/officeart/2005/8/layout/vList4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48706C4E-250A-4C6A-97FD-F8DCDE6ED005}" type="presOf" srcId="{CC6D47E2-8A71-4B1A-8F98-BE4BAEE6E8AC}" destId="{FA2DE544-1031-4F4C-BF53-CA1BCE485909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16458B7B-01D5-46EA-95CB-21064FA40DA3}" type="presOf" srcId="{B9802D42-76B7-4AE8-9963-A689582E6B35}" destId="{1EA42E4A-7A77-461B-A3EF-ED6EF71F796A}" srcOrd="1" destOrd="0" presId="urn:microsoft.com/office/officeart/2005/8/layout/vList4"/>
    <dgm:cxn modelId="{D2E0ED84-53E3-49A1-A292-3EA003DD3B1F}" srcId="{E0DBD592-C900-4D5D-A79A-93A58E8DA172}" destId="{D3DB2985-286F-4E1B-A3EF-B67DCD1C08F6}" srcOrd="3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A44658AC-B46F-4B08-B962-B06FFFD99B33}" srcId="{E0DBD592-C900-4D5D-A79A-93A58E8DA172}" destId="{B9802D42-76B7-4AE8-9963-A689582E6B35}" srcOrd="4" destOrd="0" parTransId="{5522CECA-745D-4D76-A87A-0DA536D5330D}" sibTransId="{1B62F6DE-B574-43AD-B04F-ABDF9E20E863}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C6E967D2-333A-4712-830E-A69583B49116}" type="presOf" srcId="{B9802D42-76B7-4AE8-9963-A689582E6B35}" destId="{34B88185-A619-4D08-836A-F611598437A8}" srcOrd="0" destOrd="0" presId="urn:microsoft.com/office/officeart/2005/8/layout/vList4"/>
    <dgm:cxn modelId="{62EFD2D3-AE51-4D7B-AC9A-B557C95CFE85}" srcId="{E0DBD592-C900-4D5D-A79A-93A58E8DA172}" destId="{B0A54B65-E829-4553-8B45-B4EBDAF3C233}" srcOrd="1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2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DD6A45F7-31A4-4567-9B0C-DAB37FAA4FDB}" type="presParOf" srcId="{2D5738C4-EC9E-4779-B540-31D33BE25B70}" destId="{9C15E9F4-CE56-4E8D-9AC4-025934C7C1D4}" srcOrd="2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3" destOrd="0" presId="urn:microsoft.com/office/officeart/2005/8/layout/vList4"/>
    <dgm:cxn modelId="{21D79D85-6A79-4C95-AB05-4B9FBCEEFB38}" type="presParOf" srcId="{2D5738C4-EC9E-4779-B540-31D33BE25B70}" destId="{394CAA2C-B39A-45C2-8692-4F108831F697}" srcOrd="4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5" destOrd="0" presId="urn:microsoft.com/office/officeart/2005/8/layout/vList4"/>
    <dgm:cxn modelId="{E0AEF6AC-2CA9-42C1-80DA-C45C252413C0}" type="presParOf" srcId="{2D5738C4-EC9E-4779-B540-31D33BE25B70}" destId="{FA11953F-C793-41F3-944C-F9C478C0015E}" srcOrd="6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  <dgm:cxn modelId="{1F65D5CB-4A82-448E-9FF8-BD87C2EB4A5C}" type="presParOf" srcId="{2D5738C4-EC9E-4779-B540-31D33BE25B70}" destId="{3A49B040-FDA1-4A12-B511-8E073D364A2F}" srcOrd="7" destOrd="0" presId="urn:microsoft.com/office/officeart/2005/8/layout/vList4"/>
    <dgm:cxn modelId="{FD1E39F0-3AAF-49C8-B9CA-33029DD7BC49}" type="presParOf" srcId="{2D5738C4-EC9E-4779-B540-31D33BE25B70}" destId="{290DC7B3-86F4-4764-849C-490D39CB5F58}" srcOrd="8" destOrd="0" presId="urn:microsoft.com/office/officeart/2005/8/layout/vList4"/>
    <dgm:cxn modelId="{93E65382-6E82-4214-B1F8-0D80A1BAE75B}" type="presParOf" srcId="{290DC7B3-86F4-4764-849C-490D39CB5F58}" destId="{34B88185-A619-4D08-836A-F611598437A8}" srcOrd="0" destOrd="0" presId="urn:microsoft.com/office/officeart/2005/8/layout/vList4"/>
    <dgm:cxn modelId="{9535B602-BF4C-4731-BA5D-CD132A921303}" type="presParOf" srcId="{290DC7B3-86F4-4764-849C-490D39CB5F58}" destId="{F2ED9228-CFBA-4661-8996-A0E7EA7BA1F7}" srcOrd="1" destOrd="0" presId="urn:microsoft.com/office/officeart/2005/8/layout/vList4"/>
    <dgm:cxn modelId="{68ECDDD6-AA1A-465B-A746-7234866EC438}" type="presParOf" srcId="{290DC7B3-86F4-4764-849C-490D39CB5F58}" destId="{1EA42E4A-7A77-461B-A3EF-ED6EF71F796A}" srcOrd="2" destOrd="0" presId="urn:microsoft.com/office/officeart/2005/8/layout/vList4"/>
    <dgm:cxn modelId="{3F45F220-241E-4C81-A083-EBC56F3AD591}" type="presParOf" srcId="{2D5738C4-EC9E-4779-B540-31D33BE25B70}" destId="{B53B1228-95AD-44CB-9082-9AF9E9E9267A}" srcOrd="9" destOrd="0" presId="urn:microsoft.com/office/officeart/2005/8/layout/vList4"/>
    <dgm:cxn modelId="{5081D29E-0ED6-4CBB-953B-19026112564D}" type="presParOf" srcId="{2D5738C4-EC9E-4779-B540-31D33BE25B70}" destId="{EBC0720D-4641-44BF-BC24-0EB8F384669A}" srcOrd="10" destOrd="0" presId="urn:microsoft.com/office/officeart/2005/8/layout/vList4"/>
    <dgm:cxn modelId="{752B6D77-1657-4F8C-AEDD-68AFF3FC51CE}" type="presParOf" srcId="{EBC0720D-4641-44BF-BC24-0EB8F384669A}" destId="{FA2DE544-1031-4F4C-BF53-CA1BCE485909}" srcOrd="0" destOrd="0" presId="urn:microsoft.com/office/officeart/2005/8/layout/vList4"/>
    <dgm:cxn modelId="{57DE2076-C02C-4555-B188-299049B9BF1E}" type="presParOf" srcId="{EBC0720D-4641-44BF-BC24-0EB8F384669A}" destId="{01C5A8A8-E49E-4E20-A424-644FE0C42032}" srcOrd="1" destOrd="0" presId="urn:microsoft.com/office/officeart/2005/8/layout/vList4"/>
    <dgm:cxn modelId="{CBBC5CEF-AA54-4B45-BDFD-6DE1FCE25446}" type="presParOf" srcId="{EBC0720D-4641-44BF-BC24-0EB8F384669A}" destId="{EDB1BC29-CC1B-442B-A3E3-0A91F411AF10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	</a:t>
          </a:r>
          <a:r>
            <a:rPr lang="es-ES" sz="1000" b="1" dirty="0" err="1">
              <a:solidFill>
                <a:srgbClr val="002060"/>
              </a:solidFill>
            </a:rPr>
            <a:t>Classification</a:t>
          </a:r>
          <a:r>
            <a:rPr lang="es-ES" sz="1000" b="1" dirty="0">
              <a:solidFill>
                <a:srgbClr val="002060"/>
              </a:solidFill>
            </a:rPr>
            <a:t> </a:t>
          </a:r>
          <a:r>
            <a:rPr lang="es-ES" sz="1000" b="1" dirty="0" err="1">
              <a:solidFill>
                <a:srgbClr val="002060"/>
              </a:solidFill>
            </a:rPr>
            <a:t>tree</a:t>
          </a:r>
          <a:r>
            <a:rPr lang="es-ES" sz="1000" b="1" dirty="0">
              <a:solidFill>
                <a:srgbClr val="002060"/>
              </a:solidFill>
            </a:rPr>
            <a:t>– </a:t>
          </a:r>
          <a:r>
            <a:rPr lang="es-ES" sz="1000" b="1" dirty="0">
              <a:solidFill>
                <a:schemeClr val="bg1"/>
              </a:solidFill>
            </a:rPr>
            <a:t>Laura, Mario</a:t>
          </a:r>
          <a:endParaRPr lang="es-ES" sz="1000" dirty="0">
            <a:solidFill>
              <a:schemeClr val="bg1"/>
            </a:solidFill>
          </a:endParaRP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r>
            <a:rPr lang="es-ES" sz="1100" b="1" dirty="0">
              <a:solidFill>
                <a:srgbClr val="002060"/>
              </a:solidFill>
            </a:rPr>
            <a:t>      	</a:t>
          </a:r>
          <a:r>
            <a:rPr lang="es-ES" sz="1100" b="1" dirty="0" err="1">
              <a:solidFill>
                <a:srgbClr val="002060"/>
              </a:solidFill>
            </a:rPr>
            <a:t>Xgboost</a:t>
          </a:r>
          <a:r>
            <a:rPr lang="es-ES" sz="1100" b="1" dirty="0">
              <a:solidFill>
                <a:srgbClr val="002060"/>
              </a:solidFill>
            </a:rPr>
            <a:t> – </a:t>
          </a:r>
          <a:r>
            <a:rPr lang="es-ES" sz="1100" dirty="0" err="1"/>
            <a:t>Wenjia</a:t>
          </a:r>
          <a:r>
            <a:rPr lang="es-ES" sz="1100" dirty="0"/>
            <a:t>, Melissa, Mario, </a:t>
          </a:r>
          <a:r>
            <a:rPr lang="es-ES" sz="1100" dirty="0" err="1"/>
            <a:t>Siling</a:t>
          </a:r>
          <a:endParaRPr lang="es-ES" sz="1100" dirty="0"/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	</a:t>
          </a:r>
          <a:r>
            <a:rPr lang="es-ES" sz="1000" b="1" dirty="0" err="1">
              <a:solidFill>
                <a:srgbClr val="002060"/>
              </a:solidFill>
            </a:rPr>
            <a:t>Random</a:t>
          </a:r>
          <a:r>
            <a:rPr lang="es-ES" sz="1000" b="1" dirty="0">
              <a:solidFill>
                <a:srgbClr val="002060"/>
              </a:solidFill>
            </a:rPr>
            <a:t> </a:t>
          </a:r>
          <a:r>
            <a:rPr lang="es-ES" sz="1000" b="1" dirty="0" err="1">
              <a:solidFill>
                <a:srgbClr val="002060"/>
              </a:solidFill>
            </a:rPr>
            <a:t>forest</a:t>
          </a:r>
          <a:r>
            <a:rPr lang="es-ES" sz="1000" b="1" dirty="0">
              <a:solidFill>
                <a:srgbClr val="002060"/>
              </a:solidFill>
            </a:rPr>
            <a:t> – </a:t>
          </a:r>
          <a:r>
            <a:rPr lang="es-ES" sz="1000" b="1" dirty="0" err="1">
              <a:solidFill>
                <a:schemeClr val="bg1"/>
              </a:solidFill>
            </a:rPr>
            <a:t>Wenjia</a:t>
          </a:r>
          <a:r>
            <a:rPr lang="es-ES" sz="1000" b="1" dirty="0">
              <a:solidFill>
                <a:schemeClr val="bg1"/>
              </a:solidFill>
            </a:rPr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           	</a:t>
          </a: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C7839787-4F91-4052-A165-9BFBC71086A6}">
      <dgm:prSet phldrT="[Texto]" phldr="0" custT="1"/>
      <dgm:spPr/>
      <dgm:t>
        <a:bodyPr/>
        <a:lstStyle/>
        <a:p>
          <a:r>
            <a:rPr lang="es-ES" sz="1400" b="1" dirty="0">
              <a:solidFill>
                <a:srgbClr val="002060"/>
              </a:solidFill>
            </a:rPr>
            <a:t>	</a:t>
          </a:r>
          <a:r>
            <a:rPr lang="es-ES" sz="1200" b="1" dirty="0">
              <a:solidFill>
                <a:srgbClr val="002060"/>
              </a:solidFill>
            </a:rPr>
            <a:t>GLM – </a:t>
          </a:r>
          <a:r>
            <a:rPr lang="es-ES" sz="1200" dirty="0"/>
            <a:t>Mario, Melissa, </a:t>
          </a:r>
          <a:r>
            <a:rPr lang="es-ES" sz="1200" dirty="0" err="1"/>
            <a:t>Wenjia</a:t>
          </a:r>
          <a:endParaRPr lang="es-ES" sz="1400" dirty="0"/>
        </a:p>
      </dgm:t>
    </dgm:pt>
    <dgm:pt modelId="{BB8A1210-98FC-449F-A56F-90903D089B54}" type="parTrans" cxnId="{0F4F906D-2621-45DA-8351-139722A96ABD}">
      <dgm:prSet/>
      <dgm:spPr/>
      <dgm:t>
        <a:bodyPr/>
        <a:lstStyle/>
        <a:p>
          <a:endParaRPr lang="es-ES"/>
        </a:p>
      </dgm:t>
    </dgm:pt>
    <dgm:pt modelId="{48E186E5-4DC2-451A-9507-431E86797E29}" type="sibTrans" cxnId="{0F4F906D-2621-45DA-8351-139722A96ABD}">
      <dgm:prSet/>
      <dgm:spPr/>
      <dgm:t>
        <a:bodyPr/>
        <a:lstStyle/>
        <a:p>
          <a:endParaRPr lang="es-ES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5" custScaleY="71211"/>
      <dgm:spPr/>
    </dgm:pt>
    <dgm:pt modelId="{EF2D8EC3-8FE2-4E7C-B86A-83EDAF07162F}" type="pres">
      <dgm:prSet presAssocID="{C9F99139-B66D-4219-861A-3EA127D493C0}" presName="img" presStyleLbl="fgImgPlace1" presStyleIdx="0" presStyleCnt="5" custScaleY="69563"/>
      <dgm:spPr>
        <a:blipFill>
          <a:blip xmlns:r="http://schemas.openxmlformats.org/officeDocument/2006/relationships" r:embed="rId1"/>
          <a:srcRect/>
          <a:stretch>
            <a:fillRect t="-30000" b="-30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5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BDEF38AD-6A9B-41D5-87CE-A67B7DA36350}" type="pres">
      <dgm:prSet presAssocID="{C7839787-4F91-4052-A165-9BFBC71086A6}" presName="comp" presStyleCnt="0"/>
      <dgm:spPr/>
    </dgm:pt>
    <dgm:pt modelId="{264E0976-0840-4190-A8BA-ACD257002388}" type="pres">
      <dgm:prSet presAssocID="{C7839787-4F91-4052-A165-9BFBC71086A6}" presName="box" presStyleLbl="node1" presStyleIdx="1" presStyleCnt="5" custScaleY="71211"/>
      <dgm:spPr/>
    </dgm:pt>
    <dgm:pt modelId="{A485EABC-8582-4C36-84BB-91900236DAC0}" type="pres">
      <dgm:prSet presAssocID="{C7839787-4F91-4052-A165-9BFBC71086A6}" presName="img" presStyleLbl="fgImgPlace1" presStyleIdx="1" presStyleCnt="5"/>
      <dgm:spPr>
        <a:blipFill>
          <a:blip xmlns:r="http://schemas.openxmlformats.org/officeDocument/2006/relationships" r:embed="rId1"/>
          <a:srcRect/>
          <a:stretch>
            <a:fillRect t="-30000" b="-30000"/>
          </a:stretch>
        </a:blipFill>
      </dgm:spPr>
    </dgm:pt>
    <dgm:pt modelId="{C16B902E-DCF9-4E9F-949B-436AC0FD1FFA}" type="pres">
      <dgm:prSet presAssocID="{C7839787-4F91-4052-A165-9BFBC71086A6}" presName="text" presStyleLbl="node1" presStyleIdx="1" presStyleCnt="5">
        <dgm:presLayoutVars>
          <dgm:bulletEnabled val="1"/>
        </dgm:presLayoutVars>
      </dgm:prSet>
      <dgm:spPr/>
    </dgm:pt>
    <dgm:pt modelId="{28DA00DD-78AB-43DC-9B62-39CBF2CB7015}" type="pres">
      <dgm:prSet presAssocID="{48E186E5-4DC2-451A-9507-431E86797E29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2" presStyleCnt="5" custScaleY="72558"/>
      <dgm:spPr/>
    </dgm:pt>
    <dgm:pt modelId="{C9E8AD8B-B134-4129-BD9A-C060E9DACAFC}" type="pres">
      <dgm:prSet presAssocID="{B0A54B65-E829-4553-8B45-B4EBDAF3C233}" presName="img" presStyleLbl="fgImgPlace1" presStyleIdx="2" presStyleCnt="5" custScaleY="89187"/>
      <dgm:spPr>
        <a:blipFill>
          <a:blip xmlns:r="http://schemas.openxmlformats.org/officeDocument/2006/relationships" r:embed="rId2"/>
          <a:srcRect/>
          <a:stretch>
            <a:fillRect l="-19000" r="-1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2" presStyleCnt="5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3" presStyleCnt="5" custScaleY="130909"/>
      <dgm:spPr/>
    </dgm:pt>
    <dgm:pt modelId="{D306C488-315E-46F7-B989-FFF5212BF6E2}" type="pres">
      <dgm:prSet presAssocID="{EBF196C3-A6DB-42DE-B168-0612EDF03693}" presName="img" presStyleLbl="fgImgPlace1" presStyleIdx="3" presStyleCnt="5" custScaleY="91348"/>
      <dgm:spPr>
        <a:blipFill>
          <a:blip xmlns:r="http://schemas.openxmlformats.org/officeDocument/2006/relationships" r:embed="rId3"/>
          <a:srcRect/>
          <a:stretch>
            <a:fillRect l="-79000" r="-79000"/>
          </a:stretch>
        </a:blipFill>
      </dgm:spPr>
    </dgm:pt>
    <dgm:pt modelId="{E67E17D0-D90F-49C4-814B-C75905BED48F}" type="pres">
      <dgm:prSet presAssocID="{EBF196C3-A6DB-42DE-B168-0612EDF03693}" presName="text" presStyleLbl="node1" presStyleIdx="3" presStyleCnt="5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4" presStyleCnt="5"/>
      <dgm:spPr/>
    </dgm:pt>
    <dgm:pt modelId="{D58F51A8-C9AC-49A7-BF07-49E56398E46B}" type="pres">
      <dgm:prSet presAssocID="{D3DB2985-286F-4E1B-A3EF-B67DCD1C08F6}" presName="img" presStyleLbl="fgImgPlace1" presStyleIdx="4" presStyleCnt="5"/>
      <dgm:spPr>
        <a:blipFill>
          <a:blip xmlns:r="http://schemas.openxmlformats.org/officeDocument/2006/relationships" r:embed="rId4"/>
          <a:srcRect/>
          <a:stretch>
            <a:fillRect t="-11000" b="-11000"/>
          </a:stretch>
        </a:blipFill>
      </dgm:spPr>
    </dgm:pt>
    <dgm:pt modelId="{CCCE771C-F880-4686-A4B6-89572DC603BC}" type="pres">
      <dgm:prSet presAssocID="{D3DB2985-286F-4E1B-A3EF-B67DCD1C08F6}" presName="text" presStyleLbl="node1" presStyleIdx="4" presStyleCnt="5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BF153B5F-A3A6-4875-B32B-A4D761CFC104}" type="presOf" srcId="{C7839787-4F91-4052-A165-9BFBC71086A6}" destId="{264E0976-0840-4190-A8BA-ACD257002388}" srcOrd="0" destOrd="0" presId="urn:microsoft.com/office/officeart/2005/8/layout/vList4"/>
    <dgm:cxn modelId="{0F4F906D-2621-45DA-8351-139722A96ABD}" srcId="{E0DBD592-C900-4D5D-A79A-93A58E8DA172}" destId="{C7839787-4F91-4052-A165-9BFBC71086A6}" srcOrd="1" destOrd="0" parTransId="{BB8A1210-98FC-449F-A56F-90903D089B54}" sibTransId="{48E186E5-4DC2-451A-9507-431E86797E29}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D2E0ED84-53E3-49A1-A292-3EA003DD3B1F}" srcId="{E0DBD592-C900-4D5D-A79A-93A58E8DA172}" destId="{D3DB2985-286F-4E1B-A3EF-B67DCD1C08F6}" srcOrd="4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62EFD2D3-AE51-4D7B-AC9A-B557C95CFE85}" srcId="{E0DBD592-C900-4D5D-A79A-93A58E8DA172}" destId="{B0A54B65-E829-4553-8B45-B4EBDAF3C233}" srcOrd="2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A28110ED-BE55-4E38-A2A5-0F6D516E08EB}" type="presOf" srcId="{C7839787-4F91-4052-A165-9BFBC71086A6}" destId="{C16B902E-DCF9-4E9F-949B-436AC0FD1FFA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3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C69BB7C3-0BA3-4098-B544-DAD944C77B68}" type="presParOf" srcId="{2D5738C4-EC9E-4779-B540-31D33BE25B70}" destId="{BDEF38AD-6A9B-41D5-87CE-A67B7DA36350}" srcOrd="2" destOrd="0" presId="urn:microsoft.com/office/officeart/2005/8/layout/vList4"/>
    <dgm:cxn modelId="{A79DA48E-7561-4843-887B-2E15F9F2476D}" type="presParOf" srcId="{BDEF38AD-6A9B-41D5-87CE-A67B7DA36350}" destId="{264E0976-0840-4190-A8BA-ACD257002388}" srcOrd="0" destOrd="0" presId="urn:microsoft.com/office/officeart/2005/8/layout/vList4"/>
    <dgm:cxn modelId="{04BD68BC-AC75-4E17-B506-7482E732F5F0}" type="presParOf" srcId="{BDEF38AD-6A9B-41D5-87CE-A67B7DA36350}" destId="{A485EABC-8582-4C36-84BB-91900236DAC0}" srcOrd="1" destOrd="0" presId="urn:microsoft.com/office/officeart/2005/8/layout/vList4"/>
    <dgm:cxn modelId="{79040A07-DFA9-44B0-9961-6901D4FF8C06}" type="presParOf" srcId="{BDEF38AD-6A9B-41D5-87CE-A67B7DA36350}" destId="{C16B902E-DCF9-4E9F-949B-436AC0FD1FFA}" srcOrd="2" destOrd="0" presId="urn:microsoft.com/office/officeart/2005/8/layout/vList4"/>
    <dgm:cxn modelId="{23E70C1B-EB67-4A40-934E-852FFDBA0698}" type="presParOf" srcId="{2D5738C4-EC9E-4779-B540-31D33BE25B70}" destId="{28DA00DD-78AB-43DC-9B62-39CBF2CB7015}" srcOrd="3" destOrd="0" presId="urn:microsoft.com/office/officeart/2005/8/layout/vList4"/>
    <dgm:cxn modelId="{DD6A45F7-31A4-4567-9B0C-DAB37FAA4FDB}" type="presParOf" srcId="{2D5738C4-EC9E-4779-B540-31D33BE25B70}" destId="{9C15E9F4-CE56-4E8D-9AC4-025934C7C1D4}" srcOrd="4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5" destOrd="0" presId="urn:microsoft.com/office/officeart/2005/8/layout/vList4"/>
    <dgm:cxn modelId="{21D79D85-6A79-4C95-AB05-4B9FBCEEFB38}" type="presParOf" srcId="{2D5738C4-EC9E-4779-B540-31D33BE25B70}" destId="{394CAA2C-B39A-45C2-8692-4F108831F697}" srcOrd="6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7" destOrd="0" presId="urn:microsoft.com/office/officeart/2005/8/layout/vList4"/>
    <dgm:cxn modelId="{E0AEF6AC-2CA9-42C1-80DA-C45C252413C0}" type="presParOf" srcId="{2D5738C4-EC9E-4779-B540-31D33BE25B70}" destId="{FA11953F-C793-41F3-944C-F9C478C0015E}" srcOrd="8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 bwMode="white">
        <a:xfrm>
          <a:off x="0" y="0"/>
          <a:ext cx="4131700" cy="3368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	Business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kern="1200" dirty="0"/>
            <a:t>– Todo el equipo</a:t>
          </a:r>
        </a:p>
      </dsp:txBody>
      <dsp:txXfrm>
        <a:off x="873642" y="0"/>
        <a:ext cx="3258057" cy="336847"/>
      </dsp:txXfrm>
    </dsp:sp>
    <dsp:sp modelId="{EF2D8EC3-8FE2-4E7C-B86A-83EDAF07162F}">
      <dsp:nvSpPr>
        <dsp:cNvPr id="0" name=""/>
        <dsp:cNvSpPr/>
      </dsp:nvSpPr>
      <dsp:spPr>
        <a:xfrm>
          <a:off x="47302" y="36802"/>
          <a:ext cx="826340" cy="26324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 bwMode="white">
        <a:xfrm>
          <a:off x="0" y="384150"/>
          <a:ext cx="4131700" cy="5637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	Data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b="1" kern="1200" dirty="0"/>
            <a:t>-</a:t>
          </a:r>
          <a:r>
            <a:rPr lang="es-ES" sz="900" kern="1200" dirty="0"/>
            <a:t>  Todo el equipo</a:t>
          </a:r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	Diseño del </a:t>
          </a:r>
          <a:r>
            <a:rPr lang="es-ES" sz="900" kern="1200" dirty="0" err="1"/>
            <a:t>metadata</a:t>
          </a:r>
          <a:r>
            <a:rPr lang="es-ES" sz="900" kern="1200" dirty="0"/>
            <a:t> – Melissa	  EDA– </a:t>
          </a:r>
          <a:r>
            <a:rPr lang="es-ES" sz="900" kern="1200" dirty="0" err="1"/>
            <a:t>Wenjia</a:t>
          </a:r>
          <a:r>
            <a:rPr lang="es-ES" sz="900" kern="1200" dirty="0"/>
            <a:t> y </a:t>
          </a:r>
          <a:r>
            <a:rPr lang="es-ES" sz="900" kern="1200" dirty="0" err="1"/>
            <a:t>Siling</a:t>
          </a:r>
          <a:endParaRPr lang="es-ES" sz="900" kern="1200" dirty="0"/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</a:t>
          </a:r>
        </a:p>
      </dsp:txBody>
      <dsp:txXfrm>
        <a:off x="873642" y="384150"/>
        <a:ext cx="3258057" cy="563745"/>
      </dsp:txXfrm>
    </dsp:sp>
    <dsp:sp modelId="{C9E8AD8B-B134-4129-BD9A-C060E9DACAFC}">
      <dsp:nvSpPr>
        <dsp:cNvPr id="0" name=""/>
        <dsp:cNvSpPr/>
      </dsp:nvSpPr>
      <dsp:spPr>
        <a:xfrm>
          <a:off x="47302" y="437889"/>
          <a:ext cx="826340" cy="45626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l="-9000" r="-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 bwMode="white">
        <a:xfrm>
          <a:off x="0" y="995198"/>
          <a:ext cx="4131700" cy="6192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	Data </a:t>
          </a:r>
          <a:r>
            <a:rPr lang="es-ES" sz="800" b="1" kern="1200" dirty="0" err="1">
              <a:solidFill>
                <a:srgbClr val="002060"/>
              </a:solidFill>
            </a:rPr>
            <a:t>preparation</a:t>
          </a:r>
          <a:endParaRPr lang="es-ES" sz="800" b="1" kern="1200" dirty="0">
            <a:solidFill>
              <a:srgbClr val="002060"/>
            </a:solidFill>
          </a:endParaRP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Imputación </a:t>
          </a:r>
          <a:r>
            <a:rPr lang="es-ES" sz="800" kern="1200" dirty="0" err="1"/>
            <a:t>missings</a:t>
          </a:r>
          <a:r>
            <a:rPr lang="es-ES" sz="800" kern="1200" dirty="0"/>
            <a:t> – Mario y Laura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Tratatamiento</a:t>
          </a:r>
          <a:r>
            <a:rPr lang="es-ES" sz="800" kern="1200" dirty="0"/>
            <a:t> </a:t>
          </a:r>
          <a:r>
            <a:rPr lang="es-ES" sz="800" kern="1200" dirty="0" err="1"/>
            <a:t>Outliers</a:t>
          </a:r>
          <a:r>
            <a:rPr lang="es-ES" sz="800" kern="1200" dirty="0"/>
            <a:t> – Mario, Laura y Melissa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Feature</a:t>
          </a:r>
          <a:r>
            <a:rPr lang="es-ES" sz="800" kern="1200" dirty="0"/>
            <a:t> </a:t>
          </a:r>
          <a:r>
            <a:rPr lang="es-ES" sz="800" kern="1200" dirty="0" err="1"/>
            <a:t>Engineering</a:t>
          </a:r>
          <a:r>
            <a:rPr lang="es-ES" sz="800" kern="1200" dirty="0"/>
            <a:t>– </a:t>
          </a:r>
          <a:r>
            <a:rPr lang="es-ES" sz="800" kern="1200" dirty="0" err="1"/>
            <a:t>Wenjia</a:t>
          </a:r>
          <a:r>
            <a:rPr lang="es-ES" sz="800" kern="1200" dirty="0"/>
            <a:t>, Melissa</a:t>
          </a:r>
        </a:p>
      </dsp:txBody>
      <dsp:txXfrm>
        <a:off x="873642" y="995198"/>
        <a:ext cx="3258057" cy="619236"/>
      </dsp:txXfrm>
    </dsp:sp>
    <dsp:sp modelId="{D306C488-315E-46F7-B989-FFF5212BF6E2}">
      <dsp:nvSpPr>
        <dsp:cNvPr id="0" name=""/>
        <dsp:cNvSpPr/>
      </dsp:nvSpPr>
      <dsp:spPr>
        <a:xfrm>
          <a:off x="47302" y="1079578"/>
          <a:ext cx="826340" cy="45047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t="-8000" b="-8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 bwMode="white">
        <a:xfrm>
          <a:off x="0" y="1661737"/>
          <a:ext cx="4131700" cy="47302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           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	</a:t>
          </a:r>
          <a:r>
            <a:rPr lang="es-ES" sz="900" b="1" kern="1200" dirty="0">
              <a:solidFill>
                <a:srgbClr val="002060"/>
              </a:solidFill>
            </a:rPr>
            <a:t>KNN</a:t>
          </a:r>
          <a:r>
            <a:rPr lang="es-ES" sz="900" b="1" kern="1200" dirty="0"/>
            <a:t> -</a:t>
          </a:r>
          <a:r>
            <a:rPr lang="es-ES" sz="900" kern="1200" dirty="0"/>
            <a:t> </a:t>
          </a:r>
          <a:r>
            <a:rPr lang="es-ES" sz="900" kern="1200" dirty="0" err="1"/>
            <a:t>Siling</a:t>
          </a:r>
          <a:r>
            <a:rPr lang="es-ES" sz="900" kern="1200" dirty="0"/>
            <a:t>, Laura		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        </a:t>
          </a:r>
          <a:endParaRPr lang="es-ES" sz="1000" b="1" kern="1200" dirty="0">
            <a:solidFill>
              <a:srgbClr val="002060"/>
            </a:solidFill>
          </a:endParaRPr>
        </a:p>
      </dsp:txBody>
      <dsp:txXfrm>
        <a:off x="873642" y="1661737"/>
        <a:ext cx="3258057" cy="473028"/>
      </dsp:txXfrm>
    </dsp:sp>
    <dsp:sp modelId="{D58F51A8-C9AC-49A7-BF07-49E56398E46B}">
      <dsp:nvSpPr>
        <dsp:cNvPr id="0" name=""/>
        <dsp:cNvSpPr/>
      </dsp:nvSpPr>
      <dsp:spPr>
        <a:xfrm>
          <a:off x="47302" y="1709040"/>
          <a:ext cx="826340" cy="37842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l="-3000" r="-3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4B88185-A619-4D08-836A-F611598437A8}">
      <dsp:nvSpPr>
        <dsp:cNvPr id="0" name=""/>
        <dsp:cNvSpPr/>
      </dsp:nvSpPr>
      <dsp:spPr bwMode="white">
        <a:xfrm>
          <a:off x="0" y="2178279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      	</a:t>
          </a:r>
          <a:r>
            <a:rPr lang="es-ES" sz="900" b="1" kern="1200" dirty="0" err="1">
              <a:solidFill>
                <a:srgbClr val="002060"/>
              </a:solidFill>
            </a:rPr>
            <a:t>Naive</a:t>
          </a:r>
          <a:r>
            <a:rPr lang="es-ES" sz="900" b="1" kern="1200" dirty="0">
              <a:solidFill>
                <a:srgbClr val="002060"/>
              </a:solidFill>
            </a:rPr>
            <a:t> Bayes</a:t>
          </a:r>
          <a:r>
            <a:rPr lang="es-ES" sz="900" kern="1200" dirty="0"/>
            <a:t>- - Melissa, </a:t>
          </a:r>
          <a:r>
            <a:rPr lang="es-ES" sz="900" kern="1200" dirty="0" err="1"/>
            <a:t>Wenjia</a:t>
          </a:r>
          <a:endParaRPr lang="es-ES" sz="900" kern="1200" dirty="0"/>
        </a:p>
      </dsp:txBody>
      <dsp:txXfrm>
        <a:off x="873642" y="2178279"/>
        <a:ext cx="3258057" cy="340334"/>
      </dsp:txXfrm>
    </dsp:sp>
    <dsp:sp modelId="{F2ED9228-CFBA-4661-8996-A0E7EA7BA1F7}">
      <dsp:nvSpPr>
        <dsp:cNvPr id="0" name=""/>
        <dsp:cNvSpPr/>
      </dsp:nvSpPr>
      <dsp:spPr>
        <a:xfrm rot="10800000" flipV="1">
          <a:off x="47302" y="2222991"/>
          <a:ext cx="826340" cy="25848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A2DE544-1031-4F4C-BF53-CA1BCE485909}">
      <dsp:nvSpPr>
        <dsp:cNvPr id="0" name=""/>
        <dsp:cNvSpPr/>
      </dsp:nvSpPr>
      <dsp:spPr>
        <a:xfrm>
          <a:off x="0" y="2573233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b="1" kern="1200" dirty="0">
              <a:solidFill>
                <a:srgbClr val="002060"/>
              </a:solidFill>
            </a:rPr>
            <a:t>       </a:t>
          </a:r>
          <a:r>
            <a:rPr lang="es-ES" sz="900" b="1" kern="1200" dirty="0" err="1">
              <a:solidFill>
                <a:srgbClr val="002060"/>
              </a:solidFill>
            </a:rPr>
            <a:t>Association</a:t>
          </a:r>
          <a:r>
            <a:rPr lang="es-ES" sz="900" b="1" kern="1200" dirty="0">
              <a:solidFill>
                <a:srgbClr val="002060"/>
              </a:solidFill>
            </a:rPr>
            <a:t> Rules </a:t>
          </a:r>
          <a:r>
            <a:rPr lang="es-ES" sz="900" kern="1200" dirty="0"/>
            <a:t>- Mario</a:t>
          </a:r>
          <a:endParaRPr lang="es-ES" sz="1600" kern="1200" dirty="0"/>
        </a:p>
      </dsp:txBody>
      <dsp:txXfrm>
        <a:off x="873642" y="2573233"/>
        <a:ext cx="3258057" cy="340334"/>
      </dsp:txXfrm>
    </dsp:sp>
    <dsp:sp modelId="{01C5A8A8-E49E-4E20-A424-644FE0C42032}">
      <dsp:nvSpPr>
        <dsp:cNvPr id="0" name=""/>
        <dsp:cNvSpPr/>
      </dsp:nvSpPr>
      <dsp:spPr>
        <a:xfrm>
          <a:off x="47302" y="2623112"/>
          <a:ext cx="826340" cy="23352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 bwMode="white">
        <a:xfrm>
          <a:off x="0" y="0"/>
          <a:ext cx="4001844" cy="4194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	</a:t>
          </a:r>
          <a:r>
            <a:rPr lang="es-ES" sz="1000" b="1" kern="1200" dirty="0" err="1">
              <a:solidFill>
                <a:srgbClr val="002060"/>
              </a:solidFill>
            </a:rPr>
            <a:t>Classification</a:t>
          </a:r>
          <a:r>
            <a:rPr lang="es-ES" sz="1000" b="1" kern="1200" dirty="0">
              <a:solidFill>
                <a:srgbClr val="002060"/>
              </a:solidFill>
            </a:rPr>
            <a:t> </a:t>
          </a:r>
          <a:r>
            <a:rPr lang="es-ES" sz="1000" b="1" kern="1200" dirty="0" err="1">
              <a:solidFill>
                <a:srgbClr val="002060"/>
              </a:solidFill>
            </a:rPr>
            <a:t>tree</a:t>
          </a:r>
          <a:r>
            <a:rPr lang="es-ES" sz="1000" b="1" kern="1200" dirty="0">
              <a:solidFill>
                <a:srgbClr val="002060"/>
              </a:solidFill>
            </a:rPr>
            <a:t>– </a:t>
          </a:r>
          <a:r>
            <a:rPr lang="es-ES" sz="1000" b="1" kern="1200" dirty="0">
              <a:solidFill>
                <a:schemeClr val="bg1"/>
              </a:solidFill>
            </a:rPr>
            <a:t>Laura, Mario</a:t>
          </a:r>
          <a:endParaRPr lang="es-ES" sz="1000" kern="1200" dirty="0">
            <a:solidFill>
              <a:schemeClr val="bg1"/>
            </a:solidFill>
          </a:endParaRPr>
        </a:p>
      </dsp:txBody>
      <dsp:txXfrm>
        <a:off x="859266" y="0"/>
        <a:ext cx="3142577" cy="419413"/>
      </dsp:txXfrm>
    </dsp:sp>
    <dsp:sp modelId="{EF2D8EC3-8FE2-4E7C-B86A-83EDAF07162F}">
      <dsp:nvSpPr>
        <dsp:cNvPr id="0" name=""/>
        <dsp:cNvSpPr/>
      </dsp:nvSpPr>
      <dsp:spPr>
        <a:xfrm>
          <a:off x="58897" y="45823"/>
          <a:ext cx="800368" cy="327766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30000" b="-30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64E0976-0840-4190-A8BA-ACD257002388}">
      <dsp:nvSpPr>
        <dsp:cNvPr id="0" name=""/>
        <dsp:cNvSpPr/>
      </dsp:nvSpPr>
      <dsp:spPr>
        <a:xfrm>
          <a:off x="0" y="504193"/>
          <a:ext cx="4001844" cy="4194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b="1" kern="1200" dirty="0">
              <a:solidFill>
                <a:srgbClr val="002060"/>
              </a:solidFill>
            </a:rPr>
            <a:t>	</a:t>
          </a:r>
          <a:r>
            <a:rPr lang="es-ES" sz="1200" b="1" kern="1200" dirty="0">
              <a:solidFill>
                <a:srgbClr val="002060"/>
              </a:solidFill>
            </a:rPr>
            <a:t>GLM – </a:t>
          </a:r>
          <a:r>
            <a:rPr lang="es-ES" sz="1200" kern="1200" dirty="0"/>
            <a:t>Mario, Melissa, </a:t>
          </a:r>
          <a:r>
            <a:rPr lang="es-ES" sz="1200" kern="1200" dirty="0" err="1"/>
            <a:t>Wenjia</a:t>
          </a:r>
          <a:endParaRPr lang="es-ES" sz="1400" kern="1200" dirty="0"/>
        </a:p>
      </dsp:txBody>
      <dsp:txXfrm>
        <a:off x="859266" y="504193"/>
        <a:ext cx="3142577" cy="419413"/>
      </dsp:txXfrm>
    </dsp:sp>
    <dsp:sp modelId="{A485EABC-8582-4C36-84BB-91900236DAC0}">
      <dsp:nvSpPr>
        <dsp:cNvPr id="0" name=""/>
        <dsp:cNvSpPr/>
      </dsp:nvSpPr>
      <dsp:spPr>
        <a:xfrm>
          <a:off x="58897" y="478311"/>
          <a:ext cx="800368" cy="47117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30000" b="-30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 bwMode="white">
        <a:xfrm>
          <a:off x="0" y="1008387"/>
          <a:ext cx="4001844" cy="4273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100" b="1" kern="1200" dirty="0">
              <a:solidFill>
                <a:srgbClr val="002060"/>
              </a:solidFill>
            </a:rPr>
            <a:t>      	</a:t>
          </a:r>
          <a:r>
            <a:rPr lang="es-ES" sz="1100" b="1" kern="1200" dirty="0" err="1">
              <a:solidFill>
                <a:srgbClr val="002060"/>
              </a:solidFill>
            </a:rPr>
            <a:t>Xgboost</a:t>
          </a:r>
          <a:r>
            <a:rPr lang="es-ES" sz="1100" b="1" kern="1200" dirty="0">
              <a:solidFill>
                <a:srgbClr val="002060"/>
              </a:solidFill>
            </a:rPr>
            <a:t> – </a:t>
          </a:r>
          <a:r>
            <a:rPr lang="es-ES" sz="1100" kern="1200" dirty="0" err="1"/>
            <a:t>Wenjia</a:t>
          </a:r>
          <a:r>
            <a:rPr lang="es-ES" sz="1100" kern="1200" dirty="0"/>
            <a:t>, Melissa, Mario, </a:t>
          </a:r>
          <a:r>
            <a:rPr lang="es-ES" sz="1100" kern="1200" dirty="0" err="1"/>
            <a:t>Siling</a:t>
          </a:r>
          <a:endParaRPr lang="es-ES" sz="1100" kern="1200" dirty="0"/>
        </a:p>
      </dsp:txBody>
      <dsp:txXfrm>
        <a:off x="859266" y="1008387"/>
        <a:ext cx="3142577" cy="427347"/>
      </dsp:txXfrm>
    </dsp:sp>
    <dsp:sp modelId="{C9E8AD8B-B134-4129-BD9A-C060E9DACAFC}">
      <dsp:nvSpPr>
        <dsp:cNvPr id="0" name=""/>
        <dsp:cNvSpPr/>
      </dsp:nvSpPr>
      <dsp:spPr>
        <a:xfrm>
          <a:off x="58897" y="1011945"/>
          <a:ext cx="800368" cy="42023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l="-19000" r="-1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 bwMode="white">
        <a:xfrm>
          <a:off x="0" y="1494631"/>
          <a:ext cx="4001844" cy="77101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	</a:t>
          </a:r>
          <a:r>
            <a:rPr lang="es-ES" sz="1000" b="1" kern="1200" dirty="0" err="1">
              <a:solidFill>
                <a:srgbClr val="002060"/>
              </a:solidFill>
            </a:rPr>
            <a:t>Random</a:t>
          </a:r>
          <a:r>
            <a:rPr lang="es-ES" sz="1000" b="1" kern="1200" dirty="0">
              <a:solidFill>
                <a:srgbClr val="002060"/>
              </a:solidFill>
            </a:rPr>
            <a:t> </a:t>
          </a:r>
          <a:r>
            <a:rPr lang="es-ES" sz="1000" b="1" kern="1200" dirty="0" err="1">
              <a:solidFill>
                <a:srgbClr val="002060"/>
              </a:solidFill>
            </a:rPr>
            <a:t>forest</a:t>
          </a:r>
          <a:r>
            <a:rPr lang="es-ES" sz="1000" b="1" kern="1200" dirty="0">
              <a:solidFill>
                <a:srgbClr val="002060"/>
              </a:solidFill>
            </a:rPr>
            <a:t> – </a:t>
          </a:r>
          <a:r>
            <a:rPr lang="es-ES" sz="1000" b="1" kern="1200" dirty="0" err="1">
              <a:solidFill>
                <a:schemeClr val="bg1"/>
              </a:solidFill>
            </a:rPr>
            <a:t>Wenjia</a:t>
          </a:r>
          <a:r>
            <a:rPr lang="es-ES" sz="1000" b="1" kern="1200" dirty="0">
              <a:solidFill>
                <a:schemeClr val="bg1"/>
              </a:solidFill>
            </a:rPr>
            <a:t>, Melissa</a:t>
          </a:r>
        </a:p>
      </dsp:txBody>
      <dsp:txXfrm>
        <a:off x="859266" y="1494631"/>
        <a:ext cx="3142577" cy="771019"/>
      </dsp:txXfrm>
    </dsp:sp>
    <dsp:sp modelId="{D306C488-315E-46F7-B989-FFF5212BF6E2}">
      <dsp:nvSpPr>
        <dsp:cNvPr id="0" name=""/>
        <dsp:cNvSpPr/>
      </dsp:nvSpPr>
      <dsp:spPr>
        <a:xfrm>
          <a:off x="58897" y="1664935"/>
          <a:ext cx="800368" cy="43041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l="-79000" r="-7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 bwMode="white">
        <a:xfrm>
          <a:off x="0" y="2324548"/>
          <a:ext cx="4001844" cy="58897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           	</a:t>
          </a:r>
        </a:p>
      </dsp:txBody>
      <dsp:txXfrm>
        <a:off x="859266" y="2324548"/>
        <a:ext cx="3142577" cy="588973"/>
      </dsp:txXfrm>
    </dsp:sp>
    <dsp:sp modelId="{D58F51A8-C9AC-49A7-BF07-49E56398E46B}">
      <dsp:nvSpPr>
        <dsp:cNvPr id="0" name=""/>
        <dsp:cNvSpPr/>
      </dsp:nvSpPr>
      <dsp:spPr>
        <a:xfrm>
          <a:off x="58897" y="2383445"/>
          <a:ext cx="800368" cy="47117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t="-11000" b="-11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g98e4d128ed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8" name="Google Shape;618;g98e4d128ed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355125" y="814525"/>
            <a:ext cx="6350100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355125" y="374585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12" name="Google Shape;12;p2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35" name="Google Shape;35;p6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36" name="Google Shape;36;p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811975" y="2001200"/>
            <a:ext cx="4294800" cy="229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title"/>
          </p:nvPr>
        </p:nvSpPr>
        <p:spPr>
          <a:xfrm>
            <a:off x="811975" y="1017225"/>
            <a:ext cx="42948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7"/>
          <p:cNvSpPr>
            <a:spLocks noGrp="1"/>
          </p:cNvSpPr>
          <p:nvPr>
            <p:ph type="pic" idx="2"/>
          </p:nvPr>
        </p:nvSpPr>
        <p:spPr>
          <a:xfrm>
            <a:off x="5643775" y="539500"/>
            <a:ext cx="2787000" cy="4064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2" name="Google Shape;42;p7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43" name="Google Shape;43;p7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4" name="Google Shape;44;p7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47" name="Google Shape;47;p8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48" name="Google Shape;48;p8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9" name="Google Shape;49;p8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53" name="Google Shape;53;p9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54" name="Google Shape;54;p9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55" name="Google Shape;55;p9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303775"/>
            <a:ext cx="6576000" cy="1654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1" name="Google Shape;61;p11"/>
          <p:cNvSpPr txBox="1">
            <a:spLocks noGrp="1"/>
          </p:cNvSpPr>
          <p:nvPr>
            <p:ph type="subTitle" idx="1"/>
          </p:nvPr>
        </p:nvSpPr>
        <p:spPr>
          <a:xfrm>
            <a:off x="1284000" y="3259075"/>
            <a:ext cx="6576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62" name="Google Shape;62;p11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63" name="Google Shape;63;p11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64" name="Google Shape;64;p11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Google Shape;95;p16"/>
          <p:cNvGrpSpPr/>
          <p:nvPr/>
        </p:nvGrpSpPr>
        <p:grpSpPr>
          <a:xfrm rot="10800000">
            <a:off x="0" y="4830900"/>
            <a:ext cx="9144000" cy="312600"/>
            <a:chOff x="0" y="0"/>
            <a:chExt cx="9144000" cy="312600"/>
          </a:xfrm>
        </p:grpSpPr>
        <p:sp>
          <p:nvSpPr>
            <p:cNvPr id="96" name="Google Shape;96;p1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97" name="Google Shape;97;p1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wen2111/Mineria.git" TargetMode="External"/><Relationship Id="rId3" Type="http://schemas.openxmlformats.org/officeDocument/2006/relationships/hyperlink" Target="mailto:maragonvalderrama@gmail.com" TargetMode="External"/><Relationship Id="rId7" Type="http://schemas.openxmlformats.org/officeDocument/2006/relationships/hyperlink" Target="mailto:wenjia.ye@estudiantat.upc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melissa.Vargas@estudiantat.upc.edu" TargetMode="External"/><Relationship Id="rId5" Type="http://schemas.openxmlformats.org/officeDocument/2006/relationships/hyperlink" Target="mailto:siling.guo@estudiantat.ub.edu" TargetMode="External"/><Relationship Id="rId10" Type="http://schemas.openxmlformats.org/officeDocument/2006/relationships/image" Target="../media/image2.png"/><Relationship Id="rId4" Type="http://schemas.openxmlformats.org/officeDocument/2006/relationships/hyperlink" Target="mailto:laura.Belmonte@estudiantat.upc.edu" TargetMode="External"/><Relationship Id="rId9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>
            <a:spLocks noGrp="1"/>
          </p:cNvSpPr>
          <p:nvPr>
            <p:ph type="ctrTitle"/>
          </p:nvPr>
        </p:nvSpPr>
        <p:spPr>
          <a:xfrm>
            <a:off x="817580" y="-573274"/>
            <a:ext cx="8509299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s-ES" sz="4800" dirty="0"/>
              <a:t>Modelo de clasificación  GRUPO 5</a:t>
            </a:r>
            <a:endParaRPr sz="4800" b="0" dirty="0"/>
          </a:p>
        </p:txBody>
      </p:sp>
      <p:sp>
        <p:nvSpPr>
          <p:cNvPr id="4" name="Subtítulo 2"/>
          <p:cNvSpPr txBox="1"/>
          <p:nvPr/>
        </p:nvSpPr>
        <p:spPr>
          <a:xfrm>
            <a:off x="817580" y="2034626"/>
            <a:ext cx="8116888" cy="33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None/>
              <a:defRPr sz="16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r>
              <a:rPr lang="es-ES" dirty="0">
                <a:solidFill>
                  <a:schemeClr val="tx1"/>
                </a:solidFill>
              </a:rPr>
              <a:t>- Mario Aragón (</a:t>
            </a:r>
            <a:r>
              <a:rPr lang="es-ES" dirty="0">
                <a:solidFill>
                  <a:schemeClr val="tx1"/>
                </a:solidFill>
                <a:hlinkClick r:id="rId3"/>
              </a:rPr>
              <a:t>maragonvalderrama@gmail.com</a:t>
            </a:r>
            <a:r>
              <a:rPr lang="es-ES" dirty="0">
                <a:solidFill>
                  <a:schemeClr val="tx1"/>
                </a:solidFill>
              </a:rPr>
              <a:t>), (G05 </a:t>
            </a:r>
            <a:r>
              <a:rPr lang="es-ES" dirty="0" err="1">
                <a:solidFill>
                  <a:schemeClr val="tx1"/>
                </a:solidFill>
              </a:rPr>
              <a:t>mariovalde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Laura Belmonte (</a:t>
            </a:r>
            <a:r>
              <a:rPr lang="es-ES" dirty="0">
                <a:solidFill>
                  <a:schemeClr val="tx1"/>
                </a:solidFill>
                <a:hlinkClick r:id="rId4"/>
              </a:rPr>
              <a:t>laura.Belmonte@estudiantat.upc.edu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laurabelvel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Siling</a:t>
            </a:r>
            <a:r>
              <a:rPr lang="es-ES" dirty="0">
                <a:solidFill>
                  <a:schemeClr val="tx1"/>
                </a:solidFill>
              </a:rPr>
              <a:t> </a:t>
            </a:r>
            <a:r>
              <a:rPr lang="es-ES" dirty="0" err="1">
                <a:solidFill>
                  <a:schemeClr val="tx1"/>
                </a:solidFill>
              </a:rPr>
              <a:t>Guo</a:t>
            </a:r>
            <a:r>
              <a:rPr lang="es-ES" dirty="0">
                <a:solidFill>
                  <a:schemeClr val="tx1"/>
                </a:solidFill>
              </a:rPr>
              <a:t> (</a:t>
            </a:r>
            <a:r>
              <a:rPr lang="es-ES" dirty="0">
                <a:solidFill>
                  <a:schemeClr val="tx1"/>
                </a:solidFill>
                <a:hlinkClick r:id="rId5"/>
              </a:rPr>
              <a:t>siling.guo@estudiantat.u</a:t>
            </a:r>
            <a:r>
              <a:rPr lang="en-US" altLang="es-ES" dirty="0">
                <a:solidFill>
                  <a:schemeClr val="tx1"/>
                </a:solidFill>
                <a:hlinkClick r:id="rId5"/>
              </a:rPr>
              <a:t>pc</a:t>
            </a:r>
            <a:r>
              <a:rPr lang="es-ES" dirty="0">
                <a:solidFill>
                  <a:schemeClr val="tx1"/>
                </a:solidFill>
                <a:hlinkClick r:id="rId5"/>
              </a:rPr>
              <a:t>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silinguo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Melissa Vargas (</a:t>
            </a:r>
            <a:r>
              <a:rPr lang="es-ES" dirty="0">
                <a:solidFill>
                  <a:schemeClr val="tx1"/>
                </a:solidFill>
                <a:hlinkClick r:id="rId6"/>
              </a:rPr>
              <a:t>melissa.Vargas@estudiantat.upc.edu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matildasanchez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Wenjia</a:t>
            </a:r>
            <a:r>
              <a:rPr lang="es-ES" dirty="0">
                <a:solidFill>
                  <a:schemeClr val="tx1"/>
                </a:solidFill>
              </a:rPr>
              <a:t> Ye (</a:t>
            </a:r>
            <a:r>
              <a:rPr lang="es-ES" dirty="0">
                <a:solidFill>
                  <a:schemeClr val="tx1"/>
                </a:solidFill>
                <a:hlinkClick r:id="rId7"/>
              </a:rPr>
              <a:t>wenjia.ye@estudiantat.upc.edu</a:t>
            </a:r>
            <a:r>
              <a:rPr lang="es-ES" dirty="0">
                <a:solidFill>
                  <a:schemeClr val="tx1"/>
                </a:solidFill>
              </a:rPr>
              <a:t>), (G05, wenjiaye03)</a:t>
            </a:r>
          </a:p>
          <a:p>
            <a:pPr marL="342900" indent="-342900">
              <a:buFontTx/>
              <a:buChar char="-"/>
            </a:pPr>
            <a:endParaRPr lang="es-ES" dirty="0">
              <a:solidFill>
                <a:schemeClr val="tx1"/>
              </a:solidFill>
            </a:endParaRPr>
          </a:p>
          <a:p>
            <a:r>
              <a:rPr lang="es-ES" dirty="0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Enlace </a:t>
            </a:r>
            <a:r>
              <a:rPr lang="es-ES" dirty="0" err="1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Github</a:t>
            </a:r>
            <a:endParaRPr lang="es-ES" dirty="0">
              <a:solidFill>
                <a:schemeClr val="tx1"/>
              </a:solidFill>
              <a:highlight>
                <a:srgbClr val="C0C0C0"/>
              </a:highlight>
            </a:endParaRPr>
          </a:p>
          <a:p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4585" y="3919863"/>
            <a:ext cx="2794142" cy="840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/>
          <p:cNvSpPr txBox="1"/>
          <p:nvPr/>
        </p:nvSpPr>
        <p:spPr>
          <a:xfrm>
            <a:off x="5924585" y="92108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Grado en Estadística</a:t>
            </a:r>
          </a:p>
        </p:txBody>
      </p:sp>
      <p:pic>
        <p:nvPicPr>
          <p:cNvPr id="3" name="Picture 2" descr="Blue text on a white background&#10;&#10;Description automatically generated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9265" y="3988006"/>
            <a:ext cx="2603500" cy="781050"/>
          </a:xfrm>
          <a:prstGeom prst="rect">
            <a:avLst/>
          </a:prstGeom>
        </p:spPr>
      </p:pic>
      <p:sp>
        <p:nvSpPr>
          <p:cNvPr id="7" name="CuadroTexto 5"/>
          <p:cNvSpPr txBox="1"/>
          <p:nvPr/>
        </p:nvSpPr>
        <p:spPr>
          <a:xfrm>
            <a:off x="874163" y="92109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Minería de datos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-1003002" y="25989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ENTENDIMIENTO DE NEGOCIO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70035" y="914400"/>
          <a:ext cx="7318978" cy="368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26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63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sz="1200" dirty="0" err="1"/>
                        <a:t>Resumen</a:t>
                      </a:r>
                      <a:r>
                        <a:rPr sz="1200" dirty="0"/>
                        <a:t> del </a:t>
                      </a:r>
                      <a:r>
                        <a:rPr sz="1200" dirty="0" err="1"/>
                        <a:t>problema</a:t>
                      </a:r>
                      <a:endParaRPr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Clasificar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clientes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bancarios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según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riesgo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de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abandono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mediante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variables del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usuario</a:t>
                      </a:r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dirty="0" err="1"/>
                        <a:t>Contexto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aplicación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dirty="0"/>
                        <a:t>Identidad </a:t>
                      </a:r>
                      <a:r>
                        <a:rPr lang="en-GB" dirty="0" err="1"/>
                        <a:t>Bancaria</a:t>
                      </a:r>
                      <a:r>
                        <a:rPr lang="en-GB" dirty="0"/>
                        <a:t>           </a:t>
                      </a:r>
                      <a:r>
                        <a:rPr lang="en-GB" dirty="0" err="1"/>
                        <a:t>busca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identificar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causas</a:t>
                      </a:r>
                      <a:r>
                        <a:rPr lang="en-GB" dirty="0"/>
                        <a:t> del </a:t>
                      </a:r>
                      <a:r>
                        <a:rPr lang="en-GB" dirty="0" err="1"/>
                        <a:t>abandono</a:t>
                      </a:r>
                      <a:r>
                        <a:rPr lang="en-GB" dirty="0"/>
                        <a:t> de sus </a:t>
                      </a:r>
                      <a:r>
                        <a:rPr lang="en-GB" dirty="0" err="1"/>
                        <a:t>clientes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 principal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 err="1"/>
                        <a:t>Modelizar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pérdida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 (churn)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función</a:t>
                      </a:r>
                      <a:r>
                        <a:rPr dirty="0"/>
                        <a:t> de variables del </a:t>
                      </a:r>
                      <a:r>
                        <a:rPr dirty="0" err="1"/>
                        <a:t>usuario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77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Objetivos secundarios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</a:t>
                      </a:r>
                      <a:r>
                        <a:rPr dirty="0" err="1"/>
                        <a:t>Analizar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estructura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los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datos</a:t>
                      </a:r>
                      <a:r>
                        <a:rPr dirty="0"/>
                        <a:t>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Identificar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relaciones</a:t>
                      </a:r>
                      <a:r>
                        <a:rPr dirty="0"/>
                        <a:t> entre variables.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Evaluar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influencia</a:t>
                      </a:r>
                      <a:r>
                        <a:rPr dirty="0"/>
                        <a:t> de las variables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permanencia</a:t>
                      </a:r>
                      <a:r>
                        <a:rPr dirty="0"/>
                        <a:t> del </a:t>
                      </a:r>
                      <a:r>
                        <a:rPr dirty="0" err="1"/>
                        <a:t>cliente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855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KPIs de control (modelo)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Accuracy</a:t>
                      </a:r>
                      <a:br>
                        <a:rPr dirty="0"/>
                      </a:br>
                      <a:r>
                        <a:rPr dirty="0"/>
                        <a:t>• Precision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lang="ca-ES" dirty="0" err="1"/>
                        <a:t>Recall</a:t>
                      </a:r>
                      <a:r>
                        <a:rPr lang="ca-ES" dirty="0"/>
                        <a:t> / </a:t>
                      </a:r>
                      <a:r>
                        <a:rPr dirty="0"/>
                        <a:t>F1-Score</a:t>
                      </a:r>
                      <a:br>
                        <a:rPr dirty="0"/>
                      </a:br>
                      <a:r>
                        <a:rPr dirty="0"/>
                        <a:t>• AUC-ROC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 de negocio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Tasa de </a:t>
                      </a:r>
                      <a:r>
                        <a:rPr dirty="0" err="1"/>
                        <a:t>retención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5" name="Straight Arrow Connector 4"/>
          <p:cNvCxnSpPr/>
          <p:nvPr/>
        </p:nvCxnSpPr>
        <p:spPr>
          <a:xfrm>
            <a:off x="3829524" y="1636004"/>
            <a:ext cx="3022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A black and white logo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9013" y="332509"/>
            <a:ext cx="1566241" cy="130092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794541" y="538121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FRAMEWORK METODOLÓGICO</a:t>
            </a:r>
            <a:endParaRPr dirty="0"/>
          </a:p>
        </p:txBody>
      </p:sp>
      <p:graphicFrame>
        <p:nvGraphicFramePr>
          <p:cNvPr id="2" name="Diagrama 1"/>
          <p:cNvGraphicFramePr/>
          <p:nvPr/>
        </p:nvGraphicFramePr>
        <p:xfrm>
          <a:off x="165324" y="1884341"/>
          <a:ext cx="4131700" cy="29135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82F91AD5-889D-682F-0188-17811BDC62E6}"/>
              </a:ext>
            </a:extLst>
          </p:cNvPr>
          <p:cNvGraphicFramePr/>
          <p:nvPr/>
        </p:nvGraphicFramePr>
        <p:xfrm>
          <a:off x="4851700" y="1884340"/>
          <a:ext cx="4001844" cy="29135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F56E9262-ACFE-8ADC-8AFE-6F44FF07DC25}"/>
              </a:ext>
            </a:extLst>
          </p:cNvPr>
          <p:cNvSpPr txBox="1"/>
          <p:nvPr/>
        </p:nvSpPr>
        <p:spPr>
          <a:xfrm>
            <a:off x="6078070" y="4305466"/>
            <a:ext cx="256032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b="1" dirty="0">
                <a:solidFill>
                  <a:srgbClr val="002060"/>
                </a:solidFill>
              </a:rPr>
              <a:t>SVM – </a:t>
            </a:r>
            <a:r>
              <a:rPr lang="es-ES" sz="1000" b="1" dirty="0">
                <a:solidFill>
                  <a:schemeClr val="bg1"/>
                </a:solidFill>
              </a:rPr>
              <a:t>Mario, Laura, </a:t>
            </a:r>
            <a:r>
              <a:rPr lang="es-ES" sz="1000" b="1" dirty="0" err="1">
                <a:solidFill>
                  <a:schemeClr val="bg1"/>
                </a:solidFill>
              </a:rPr>
              <a:t>Wenjia</a:t>
            </a:r>
            <a:endParaRPr lang="ca-ES" sz="1000" dirty="0"/>
          </a:p>
          <a:p>
            <a:endParaRPr lang="ca-ES" sz="160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1CF5255-C740-6850-5A26-FF12DEAB1B77}"/>
              </a:ext>
            </a:extLst>
          </p:cNvPr>
          <p:cNvSpPr txBox="1"/>
          <p:nvPr/>
        </p:nvSpPr>
        <p:spPr>
          <a:xfrm>
            <a:off x="172122" y="1172567"/>
            <a:ext cx="7046259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Metodología</a:t>
            </a:r>
            <a:r>
              <a:rPr lang="en-GB" sz="1200" dirty="0"/>
              <a:t>: CRISP-DM (Cross Industry Standard Process for Data Mining)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Enfoque</a:t>
            </a:r>
            <a:r>
              <a:rPr lang="en-GB" sz="1200" dirty="0"/>
              <a:t>: </a:t>
            </a:r>
            <a:r>
              <a:rPr lang="en-GB" sz="1200" dirty="0" err="1"/>
              <a:t>Trabajo</a:t>
            </a:r>
            <a:r>
              <a:rPr lang="en-GB" sz="1200" dirty="0"/>
              <a:t> </a:t>
            </a:r>
            <a:r>
              <a:rPr lang="en-GB" sz="1200" dirty="0" err="1"/>
              <a:t>colaborativo</a:t>
            </a:r>
            <a:r>
              <a:rPr lang="en-GB" sz="1200" dirty="0"/>
              <a:t> con </a:t>
            </a:r>
            <a:r>
              <a:rPr lang="en-GB" sz="1200" dirty="0" err="1"/>
              <a:t>asignación</a:t>
            </a:r>
            <a:r>
              <a:rPr lang="en-GB" sz="1200" dirty="0"/>
              <a:t> de </a:t>
            </a:r>
            <a:r>
              <a:rPr lang="en-GB" sz="1200" dirty="0" err="1"/>
              <a:t>responsables</a:t>
            </a:r>
            <a:r>
              <a:rPr lang="en-GB" sz="1200" dirty="0"/>
              <a:t> </a:t>
            </a:r>
            <a:r>
              <a:rPr lang="en-GB" sz="1200" dirty="0" err="1"/>
              <a:t>por</a:t>
            </a:r>
            <a:r>
              <a:rPr lang="en-GB" sz="1200" dirty="0"/>
              <a:t> </a:t>
            </a:r>
            <a:r>
              <a:rPr lang="en-GB" sz="1200" dirty="0" err="1"/>
              <a:t>fase</a:t>
            </a:r>
            <a:endParaRPr lang="en-GB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b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p28"/>
          <p:cNvSpPr txBox="1">
            <a:spLocks noGrp="1"/>
          </p:cNvSpPr>
          <p:nvPr>
            <p:ph type="title"/>
          </p:nvPr>
        </p:nvSpPr>
        <p:spPr>
          <a:xfrm>
            <a:off x="1397850" y="536967"/>
            <a:ext cx="63482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buSzPts val="1100"/>
            </a:pPr>
            <a:r>
              <a:rPr lang="es-ES" dirty="0"/>
              <a:t>PREPARACIÓN PARA EL MODELADO</a:t>
            </a:r>
            <a:endParaRPr dirty="0"/>
          </a:p>
        </p:txBody>
      </p:sp>
      <p:grpSp>
        <p:nvGrpSpPr>
          <p:cNvPr id="630" name="Google Shape;630;p28"/>
          <p:cNvGrpSpPr/>
          <p:nvPr/>
        </p:nvGrpSpPr>
        <p:grpSpPr>
          <a:xfrm>
            <a:off x="204394" y="1279681"/>
            <a:ext cx="1193456" cy="1292069"/>
            <a:chOff x="961500" y="2262259"/>
            <a:chExt cx="1607244" cy="1614077"/>
          </a:xfrm>
        </p:grpSpPr>
        <p:sp>
          <p:nvSpPr>
            <p:cNvPr id="631" name="Google Shape;631;p28"/>
            <p:cNvSpPr/>
            <p:nvPr/>
          </p:nvSpPr>
          <p:spPr>
            <a:xfrm>
              <a:off x="961500" y="2262259"/>
              <a:ext cx="1607244" cy="1614077"/>
            </a:xfrm>
            <a:custGeom>
              <a:avLst/>
              <a:gdLst/>
              <a:ahLst/>
              <a:cxnLst/>
              <a:rect l="l" t="t" r="r" b="b"/>
              <a:pathLst>
                <a:path w="48697" h="48904" extrusionOk="0">
                  <a:moveTo>
                    <a:pt x="24576" y="0"/>
                  </a:moveTo>
                  <a:cubicBezTo>
                    <a:pt x="22922" y="0"/>
                    <a:pt x="21265" y="172"/>
                    <a:pt x="19646" y="493"/>
                  </a:cubicBezTo>
                  <a:cubicBezTo>
                    <a:pt x="18383" y="743"/>
                    <a:pt x="17145" y="1100"/>
                    <a:pt x="15943" y="1541"/>
                  </a:cubicBezTo>
                  <a:cubicBezTo>
                    <a:pt x="15633" y="1660"/>
                    <a:pt x="15335" y="1755"/>
                    <a:pt x="15038" y="1886"/>
                  </a:cubicBezTo>
                  <a:lnTo>
                    <a:pt x="14157" y="2267"/>
                  </a:lnTo>
                  <a:cubicBezTo>
                    <a:pt x="13573" y="2553"/>
                    <a:pt x="12990" y="2827"/>
                    <a:pt x="12430" y="3148"/>
                  </a:cubicBezTo>
                  <a:cubicBezTo>
                    <a:pt x="11311" y="3767"/>
                    <a:pt x="10228" y="4494"/>
                    <a:pt x="9216" y="5291"/>
                  </a:cubicBezTo>
                  <a:cubicBezTo>
                    <a:pt x="8216" y="6101"/>
                    <a:pt x="7275" y="6994"/>
                    <a:pt x="6406" y="7946"/>
                  </a:cubicBezTo>
                  <a:cubicBezTo>
                    <a:pt x="4310" y="10280"/>
                    <a:pt x="2679" y="12983"/>
                    <a:pt x="1572" y="15924"/>
                  </a:cubicBezTo>
                  <a:lnTo>
                    <a:pt x="1322" y="16662"/>
                  </a:lnTo>
                  <a:cubicBezTo>
                    <a:pt x="1274" y="16793"/>
                    <a:pt x="1238" y="16912"/>
                    <a:pt x="1191" y="17043"/>
                  </a:cubicBezTo>
                  <a:lnTo>
                    <a:pt x="1084" y="17412"/>
                  </a:lnTo>
                  <a:lnTo>
                    <a:pt x="869" y="18162"/>
                  </a:lnTo>
                  <a:lnTo>
                    <a:pt x="679" y="18912"/>
                  </a:lnTo>
                  <a:cubicBezTo>
                    <a:pt x="203" y="20948"/>
                    <a:pt x="0" y="23044"/>
                    <a:pt x="48" y="25139"/>
                  </a:cubicBezTo>
                  <a:cubicBezTo>
                    <a:pt x="95" y="27223"/>
                    <a:pt x="417" y="29306"/>
                    <a:pt x="1012" y="31318"/>
                  </a:cubicBezTo>
                  <a:cubicBezTo>
                    <a:pt x="1893" y="34343"/>
                    <a:pt x="3346" y="37164"/>
                    <a:pt x="5310" y="39629"/>
                  </a:cubicBezTo>
                  <a:cubicBezTo>
                    <a:pt x="7263" y="42094"/>
                    <a:pt x="9668" y="44165"/>
                    <a:pt x="12395" y="45725"/>
                  </a:cubicBezTo>
                  <a:cubicBezTo>
                    <a:pt x="13609" y="46415"/>
                    <a:pt x="14883" y="46999"/>
                    <a:pt x="16205" y="47463"/>
                  </a:cubicBezTo>
                  <a:cubicBezTo>
                    <a:pt x="17514" y="47904"/>
                    <a:pt x="18872" y="48261"/>
                    <a:pt x="20241" y="48511"/>
                  </a:cubicBezTo>
                  <a:lnTo>
                    <a:pt x="20681" y="48594"/>
                  </a:lnTo>
                  <a:cubicBezTo>
                    <a:pt x="20836" y="48630"/>
                    <a:pt x="20979" y="48654"/>
                    <a:pt x="21134" y="48666"/>
                  </a:cubicBezTo>
                  <a:lnTo>
                    <a:pt x="22027" y="48785"/>
                  </a:lnTo>
                  <a:cubicBezTo>
                    <a:pt x="22324" y="48821"/>
                    <a:pt x="22622" y="48821"/>
                    <a:pt x="22920" y="48844"/>
                  </a:cubicBezTo>
                  <a:lnTo>
                    <a:pt x="23372" y="48880"/>
                  </a:lnTo>
                  <a:cubicBezTo>
                    <a:pt x="23515" y="48892"/>
                    <a:pt x="23670" y="48892"/>
                    <a:pt x="23813" y="48892"/>
                  </a:cubicBezTo>
                  <a:cubicBezTo>
                    <a:pt x="24122" y="48904"/>
                    <a:pt x="24420" y="48904"/>
                    <a:pt x="24718" y="48904"/>
                  </a:cubicBezTo>
                  <a:lnTo>
                    <a:pt x="25611" y="48868"/>
                  </a:lnTo>
                  <a:cubicBezTo>
                    <a:pt x="25908" y="48856"/>
                    <a:pt x="26206" y="48821"/>
                    <a:pt x="26504" y="48797"/>
                  </a:cubicBezTo>
                  <a:lnTo>
                    <a:pt x="26956" y="48749"/>
                  </a:lnTo>
                  <a:lnTo>
                    <a:pt x="27182" y="48737"/>
                  </a:lnTo>
                  <a:lnTo>
                    <a:pt x="27397" y="48701"/>
                  </a:lnTo>
                  <a:lnTo>
                    <a:pt x="28289" y="48571"/>
                  </a:lnTo>
                  <a:cubicBezTo>
                    <a:pt x="28587" y="48523"/>
                    <a:pt x="28873" y="48451"/>
                    <a:pt x="29171" y="48404"/>
                  </a:cubicBezTo>
                  <a:lnTo>
                    <a:pt x="29623" y="48309"/>
                  </a:lnTo>
                  <a:lnTo>
                    <a:pt x="30052" y="48201"/>
                  </a:lnTo>
                  <a:cubicBezTo>
                    <a:pt x="30349" y="48118"/>
                    <a:pt x="30635" y="48059"/>
                    <a:pt x="30921" y="47975"/>
                  </a:cubicBezTo>
                  <a:cubicBezTo>
                    <a:pt x="32076" y="47642"/>
                    <a:pt x="33195" y="47225"/>
                    <a:pt x="34278" y="46737"/>
                  </a:cubicBezTo>
                  <a:cubicBezTo>
                    <a:pt x="36040" y="45927"/>
                    <a:pt x="37695" y="44939"/>
                    <a:pt x="39231" y="43760"/>
                  </a:cubicBezTo>
                  <a:cubicBezTo>
                    <a:pt x="42696" y="41153"/>
                    <a:pt x="45399" y="37676"/>
                    <a:pt x="47066" y="33676"/>
                  </a:cubicBezTo>
                  <a:cubicBezTo>
                    <a:pt x="47494" y="32616"/>
                    <a:pt x="47851" y="31521"/>
                    <a:pt x="48113" y="30402"/>
                  </a:cubicBezTo>
                  <a:lnTo>
                    <a:pt x="48292" y="29556"/>
                  </a:lnTo>
                  <a:cubicBezTo>
                    <a:pt x="48316" y="29425"/>
                    <a:pt x="48352" y="29282"/>
                    <a:pt x="48375" y="29140"/>
                  </a:cubicBezTo>
                  <a:lnTo>
                    <a:pt x="48447" y="28723"/>
                  </a:lnTo>
                  <a:cubicBezTo>
                    <a:pt x="48482" y="28437"/>
                    <a:pt x="48542" y="28151"/>
                    <a:pt x="48566" y="27866"/>
                  </a:cubicBezTo>
                  <a:lnTo>
                    <a:pt x="48661" y="27020"/>
                  </a:lnTo>
                  <a:cubicBezTo>
                    <a:pt x="48697" y="26782"/>
                    <a:pt x="48697" y="26532"/>
                    <a:pt x="48685" y="26294"/>
                  </a:cubicBezTo>
                  <a:cubicBezTo>
                    <a:pt x="48685" y="26068"/>
                    <a:pt x="48661" y="25853"/>
                    <a:pt x="48637" y="25651"/>
                  </a:cubicBezTo>
                  <a:cubicBezTo>
                    <a:pt x="48590" y="25234"/>
                    <a:pt x="48494" y="24853"/>
                    <a:pt x="48435" y="24449"/>
                  </a:cubicBezTo>
                  <a:cubicBezTo>
                    <a:pt x="48425" y="24367"/>
                    <a:pt x="48371" y="24312"/>
                    <a:pt x="48334" y="24312"/>
                  </a:cubicBezTo>
                  <a:cubicBezTo>
                    <a:pt x="48327" y="24312"/>
                    <a:pt x="48321" y="24314"/>
                    <a:pt x="48316" y="24318"/>
                  </a:cubicBezTo>
                  <a:cubicBezTo>
                    <a:pt x="48256" y="24389"/>
                    <a:pt x="48209" y="24472"/>
                    <a:pt x="48209" y="24568"/>
                  </a:cubicBezTo>
                  <a:cubicBezTo>
                    <a:pt x="48173" y="24841"/>
                    <a:pt x="48137" y="25115"/>
                    <a:pt x="48125" y="25401"/>
                  </a:cubicBezTo>
                  <a:cubicBezTo>
                    <a:pt x="47994" y="27330"/>
                    <a:pt x="47637" y="29235"/>
                    <a:pt x="47066" y="31080"/>
                  </a:cubicBezTo>
                  <a:cubicBezTo>
                    <a:pt x="46744" y="32104"/>
                    <a:pt x="46339" y="33092"/>
                    <a:pt x="45863" y="34045"/>
                  </a:cubicBezTo>
                  <a:lnTo>
                    <a:pt x="45685" y="34402"/>
                  </a:lnTo>
                  <a:lnTo>
                    <a:pt x="45482" y="34747"/>
                  </a:lnTo>
                  <a:cubicBezTo>
                    <a:pt x="45351" y="34974"/>
                    <a:pt x="45220" y="35200"/>
                    <a:pt x="45089" y="35426"/>
                  </a:cubicBezTo>
                  <a:cubicBezTo>
                    <a:pt x="44803" y="35867"/>
                    <a:pt x="44518" y="36307"/>
                    <a:pt x="44196" y="36712"/>
                  </a:cubicBezTo>
                  <a:cubicBezTo>
                    <a:pt x="43137" y="38081"/>
                    <a:pt x="41946" y="39391"/>
                    <a:pt x="40767" y="40677"/>
                  </a:cubicBezTo>
                  <a:cubicBezTo>
                    <a:pt x="39600" y="41939"/>
                    <a:pt x="38255" y="43034"/>
                    <a:pt x="36779" y="43915"/>
                  </a:cubicBezTo>
                  <a:cubicBezTo>
                    <a:pt x="35290" y="44796"/>
                    <a:pt x="33743" y="45534"/>
                    <a:pt x="32123" y="46118"/>
                  </a:cubicBezTo>
                  <a:cubicBezTo>
                    <a:pt x="31957" y="46177"/>
                    <a:pt x="31790" y="46237"/>
                    <a:pt x="31623" y="46285"/>
                  </a:cubicBezTo>
                  <a:cubicBezTo>
                    <a:pt x="31457" y="46332"/>
                    <a:pt x="31278" y="46356"/>
                    <a:pt x="31111" y="46404"/>
                  </a:cubicBezTo>
                  <a:cubicBezTo>
                    <a:pt x="30087" y="46630"/>
                    <a:pt x="29075" y="46844"/>
                    <a:pt x="28039" y="47058"/>
                  </a:cubicBezTo>
                  <a:lnTo>
                    <a:pt x="27420" y="47166"/>
                  </a:lnTo>
                  <a:cubicBezTo>
                    <a:pt x="27218" y="47201"/>
                    <a:pt x="27004" y="47237"/>
                    <a:pt x="26801" y="47261"/>
                  </a:cubicBezTo>
                  <a:lnTo>
                    <a:pt x="26170" y="47320"/>
                  </a:lnTo>
                  <a:lnTo>
                    <a:pt x="25849" y="47344"/>
                  </a:lnTo>
                  <a:lnTo>
                    <a:pt x="25539" y="47356"/>
                  </a:lnTo>
                  <a:cubicBezTo>
                    <a:pt x="25218" y="47369"/>
                    <a:pt x="24897" y="47376"/>
                    <a:pt x="24576" y="47376"/>
                  </a:cubicBezTo>
                  <a:cubicBezTo>
                    <a:pt x="22565" y="47376"/>
                    <a:pt x="20562" y="47118"/>
                    <a:pt x="18622" y="46594"/>
                  </a:cubicBezTo>
                  <a:lnTo>
                    <a:pt x="17776" y="46356"/>
                  </a:lnTo>
                  <a:lnTo>
                    <a:pt x="16943" y="46082"/>
                  </a:lnTo>
                  <a:lnTo>
                    <a:pt x="16740" y="46011"/>
                  </a:lnTo>
                  <a:lnTo>
                    <a:pt x="16538" y="45939"/>
                  </a:lnTo>
                  <a:lnTo>
                    <a:pt x="16133" y="45773"/>
                  </a:lnTo>
                  <a:lnTo>
                    <a:pt x="15716" y="45618"/>
                  </a:lnTo>
                  <a:cubicBezTo>
                    <a:pt x="15586" y="45558"/>
                    <a:pt x="15455" y="45499"/>
                    <a:pt x="15324" y="45439"/>
                  </a:cubicBezTo>
                  <a:cubicBezTo>
                    <a:pt x="14252" y="44975"/>
                    <a:pt x="13216" y="44427"/>
                    <a:pt x="12240" y="43796"/>
                  </a:cubicBezTo>
                  <a:cubicBezTo>
                    <a:pt x="11216" y="43153"/>
                    <a:pt x="10252" y="42439"/>
                    <a:pt x="9359" y="41653"/>
                  </a:cubicBezTo>
                  <a:cubicBezTo>
                    <a:pt x="8299" y="40712"/>
                    <a:pt x="7323" y="39677"/>
                    <a:pt x="6442" y="38569"/>
                  </a:cubicBezTo>
                  <a:cubicBezTo>
                    <a:pt x="5418" y="37307"/>
                    <a:pt x="4525" y="35938"/>
                    <a:pt x="3798" y="34485"/>
                  </a:cubicBezTo>
                  <a:cubicBezTo>
                    <a:pt x="3024" y="32890"/>
                    <a:pt x="2453" y="31199"/>
                    <a:pt x="2108" y="29473"/>
                  </a:cubicBezTo>
                  <a:cubicBezTo>
                    <a:pt x="1917" y="28580"/>
                    <a:pt x="1762" y="27675"/>
                    <a:pt x="1643" y="26770"/>
                  </a:cubicBezTo>
                  <a:cubicBezTo>
                    <a:pt x="1619" y="26544"/>
                    <a:pt x="1608" y="26306"/>
                    <a:pt x="1584" y="26080"/>
                  </a:cubicBezTo>
                  <a:cubicBezTo>
                    <a:pt x="1572" y="25853"/>
                    <a:pt x="1548" y="25627"/>
                    <a:pt x="1548" y="25389"/>
                  </a:cubicBezTo>
                  <a:cubicBezTo>
                    <a:pt x="1548" y="25163"/>
                    <a:pt x="1560" y="24937"/>
                    <a:pt x="1560" y="24710"/>
                  </a:cubicBezTo>
                  <a:lnTo>
                    <a:pt x="1572" y="24365"/>
                  </a:lnTo>
                  <a:cubicBezTo>
                    <a:pt x="1584" y="24258"/>
                    <a:pt x="1596" y="24139"/>
                    <a:pt x="1608" y="24020"/>
                  </a:cubicBezTo>
                  <a:cubicBezTo>
                    <a:pt x="1655" y="23687"/>
                    <a:pt x="1667" y="23353"/>
                    <a:pt x="1715" y="22996"/>
                  </a:cubicBezTo>
                  <a:cubicBezTo>
                    <a:pt x="1762" y="22651"/>
                    <a:pt x="1786" y="22305"/>
                    <a:pt x="1834" y="21960"/>
                  </a:cubicBezTo>
                  <a:cubicBezTo>
                    <a:pt x="1881" y="21615"/>
                    <a:pt x="1905" y="21270"/>
                    <a:pt x="1953" y="20912"/>
                  </a:cubicBezTo>
                  <a:cubicBezTo>
                    <a:pt x="1989" y="20567"/>
                    <a:pt x="2048" y="20210"/>
                    <a:pt x="2084" y="19865"/>
                  </a:cubicBezTo>
                  <a:cubicBezTo>
                    <a:pt x="2096" y="19710"/>
                    <a:pt x="2120" y="19555"/>
                    <a:pt x="2155" y="19400"/>
                  </a:cubicBezTo>
                  <a:cubicBezTo>
                    <a:pt x="2179" y="19245"/>
                    <a:pt x="2215" y="19091"/>
                    <a:pt x="2251" y="18936"/>
                  </a:cubicBezTo>
                  <a:cubicBezTo>
                    <a:pt x="2298" y="18781"/>
                    <a:pt x="2322" y="18626"/>
                    <a:pt x="2381" y="18472"/>
                  </a:cubicBezTo>
                  <a:cubicBezTo>
                    <a:pt x="2429" y="18329"/>
                    <a:pt x="2477" y="18174"/>
                    <a:pt x="2524" y="18031"/>
                  </a:cubicBezTo>
                  <a:cubicBezTo>
                    <a:pt x="3048" y="16436"/>
                    <a:pt x="3679" y="14876"/>
                    <a:pt x="4406" y="13352"/>
                  </a:cubicBezTo>
                  <a:cubicBezTo>
                    <a:pt x="4906" y="12340"/>
                    <a:pt x="5501" y="11387"/>
                    <a:pt x="6191" y="10494"/>
                  </a:cubicBezTo>
                  <a:cubicBezTo>
                    <a:pt x="7096" y="9328"/>
                    <a:pt x="8120" y="8256"/>
                    <a:pt x="9228" y="7280"/>
                  </a:cubicBezTo>
                  <a:cubicBezTo>
                    <a:pt x="11323" y="5399"/>
                    <a:pt x="13740" y="3910"/>
                    <a:pt x="16371" y="2886"/>
                  </a:cubicBezTo>
                  <a:lnTo>
                    <a:pt x="16407" y="2958"/>
                  </a:lnTo>
                  <a:cubicBezTo>
                    <a:pt x="16824" y="2779"/>
                    <a:pt x="17276" y="2636"/>
                    <a:pt x="17705" y="2482"/>
                  </a:cubicBezTo>
                  <a:cubicBezTo>
                    <a:pt x="17931" y="2398"/>
                    <a:pt x="18145" y="2339"/>
                    <a:pt x="18372" y="2267"/>
                  </a:cubicBezTo>
                  <a:cubicBezTo>
                    <a:pt x="18598" y="2208"/>
                    <a:pt x="18812" y="2136"/>
                    <a:pt x="19038" y="2077"/>
                  </a:cubicBezTo>
                  <a:lnTo>
                    <a:pt x="19717" y="1910"/>
                  </a:lnTo>
                  <a:lnTo>
                    <a:pt x="20050" y="1827"/>
                  </a:lnTo>
                  <a:lnTo>
                    <a:pt x="20396" y="1767"/>
                  </a:lnTo>
                  <a:lnTo>
                    <a:pt x="21086" y="1636"/>
                  </a:lnTo>
                  <a:cubicBezTo>
                    <a:pt x="21312" y="1589"/>
                    <a:pt x="21539" y="1565"/>
                    <a:pt x="21777" y="1529"/>
                  </a:cubicBezTo>
                  <a:cubicBezTo>
                    <a:pt x="22829" y="1380"/>
                    <a:pt x="23890" y="1304"/>
                    <a:pt x="24951" y="1304"/>
                  </a:cubicBezTo>
                  <a:cubicBezTo>
                    <a:pt x="25751" y="1304"/>
                    <a:pt x="26551" y="1347"/>
                    <a:pt x="27349" y="1434"/>
                  </a:cubicBezTo>
                  <a:lnTo>
                    <a:pt x="28063" y="1517"/>
                  </a:lnTo>
                  <a:cubicBezTo>
                    <a:pt x="28289" y="1541"/>
                    <a:pt x="28528" y="1589"/>
                    <a:pt x="28766" y="1636"/>
                  </a:cubicBezTo>
                  <a:cubicBezTo>
                    <a:pt x="29004" y="1672"/>
                    <a:pt x="29242" y="1696"/>
                    <a:pt x="29468" y="1755"/>
                  </a:cubicBezTo>
                  <a:lnTo>
                    <a:pt x="30171" y="1898"/>
                  </a:lnTo>
                  <a:cubicBezTo>
                    <a:pt x="30409" y="1946"/>
                    <a:pt x="30635" y="2017"/>
                    <a:pt x="30861" y="2089"/>
                  </a:cubicBezTo>
                  <a:lnTo>
                    <a:pt x="31552" y="2279"/>
                  </a:lnTo>
                  <a:lnTo>
                    <a:pt x="32219" y="2517"/>
                  </a:lnTo>
                  <a:lnTo>
                    <a:pt x="32552" y="2636"/>
                  </a:lnTo>
                  <a:cubicBezTo>
                    <a:pt x="32659" y="2684"/>
                    <a:pt x="32766" y="2732"/>
                    <a:pt x="32873" y="2779"/>
                  </a:cubicBezTo>
                  <a:cubicBezTo>
                    <a:pt x="35600" y="3922"/>
                    <a:pt x="38112" y="5518"/>
                    <a:pt x="40303" y="7494"/>
                  </a:cubicBezTo>
                  <a:cubicBezTo>
                    <a:pt x="40493" y="7673"/>
                    <a:pt x="40684" y="7839"/>
                    <a:pt x="40886" y="8018"/>
                  </a:cubicBezTo>
                  <a:lnTo>
                    <a:pt x="41446" y="8554"/>
                  </a:lnTo>
                  <a:lnTo>
                    <a:pt x="41732" y="8816"/>
                  </a:lnTo>
                  <a:lnTo>
                    <a:pt x="42005" y="9101"/>
                  </a:lnTo>
                  <a:cubicBezTo>
                    <a:pt x="42184" y="9292"/>
                    <a:pt x="42363" y="9459"/>
                    <a:pt x="42553" y="9673"/>
                  </a:cubicBezTo>
                  <a:cubicBezTo>
                    <a:pt x="42732" y="9875"/>
                    <a:pt x="42922" y="10090"/>
                    <a:pt x="43101" y="10292"/>
                  </a:cubicBezTo>
                  <a:cubicBezTo>
                    <a:pt x="43196" y="10399"/>
                    <a:pt x="43291" y="10506"/>
                    <a:pt x="43375" y="10613"/>
                  </a:cubicBezTo>
                  <a:cubicBezTo>
                    <a:pt x="43458" y="10733"/>
                    <a:pt x="43541" y="10840"/>
                    <a:pt x="43613" y="10959"/>
                  </a:cubicBezTo>
                  <a:lnTo>
                    <a:pt x="43875" y="11328"/>
                  </a:lnTo>
                  <a:lnTo>
                    <a:pt x="44113" y="11709"/>
                  </a:lnTo>
                  <a:lnTo>
                    <a:pt x="44351" y="12102"/>
                  </a:lnTo>
                  <a:cubicBezTo>
                    <a:pt x="44422" y="12233"/>
                    <a:pt x="44506" y="12364"/>
                    <a:pt x="44577" y="12495"/>
                  </a:cubicBezTo>
                  <a:lnTo>
                    <a:pt x="45006" y="13280"/>
                  </a:lnTo>
                  <a:lnTo>
                    <a:pt x="45411" y="14090"/>
                  </a:lnTo>
                  <a:cubicBezTo>
                    <a:pt x="45911" y="15174"/>
                    <a:pt x="46327" y="16293"/>
                    <a:pt x="46649" y="17448"/>
                  </a:cubicBezTo>
                  <a:cubicBezTo>
                    <a:pt x="47125" y="19281"/>
                    <a:pt x="47482" y="21139"/>
                    <a:pt x="47709" y="23020"/>
                  </a:cubicBezTo>
                  <a:cubicBezTo>
                    <a:pt x="47756" y="23353"/>
                    <a:pt x="47792" y="23687"/>
                    <a:pt x="47851" y="24020"/>
                  </a:cubicBezTo>
                  <a:cubicBezTo>
                    <a:pt x="47884" y="24216"/>
                    <a:pt x="47946" y="24316"/>
                    <a:pt x="48008" y="24316"/>
                  </a:cubicBezTo>
                  <a:cubicBezTo>
                    <a:pt x="48060" y="24316"/>
                    <a:pt x="48112" y="24249"/>
                    <a:pt x="48149" y="24115"/>
                  </a:cubicBezTo>
                  <a:cubicBezTo>
                    <a:pt x="48232" y="23734"/>
                    <a:pt x="48292" y="23341"/>
                    <a:pt x="48292" y="22948"/>
                  </a:cubicBezTo>
                  <a:cubicBezTo>
                    <a:pt x="48292" y="22746"/>
                    <a:pt x="48292" y="22532"/>
                    <a:pt x="48280" y="22317"/>
                  </a:cubicBezTo>
                  <a:cubicBezTo>
                    <a:pt x="48280" y="22103"/>
                    <a:pt x="48268" y="21889"/>
                    <a:pt x="48244" y="21662"/>
                  </a:cubicBezTo>
                  <a:lnTo>
                    <a:pt x="48137" y="20698"/>
                  </a:lnTo>
                  <a:lnTo>
                    <a:pt x="47994" y="19722"/>
                  </a:lnTo>
                  <a:cubicBezTo>
                    <a:pt x="47971" y="19567"/>
                    <a:pt x="47935" y="19400"/>
                    <a:pt x="47899" y="19245"/>
                  </a:cubicBezTo>
                  <a:lnTo>
                    <a:pt x="47804" y="18769"/>
                  </a:lnTo>
                  <a:cubicBezTo>
                    <a:pt x="47768" y="18603"/>
                    <a:pt x="47744" y="18448"/>
                    <a:pt x="47697" y="18281"/>
                  </a:cubicBezTo>
                  <a:lnTo>
                    <a:pt x="47578" y="17817"/>
                  </a:lnTo>
                  <a:cubicBezTo>
                    <a:pt x="45946" y="11387"/>
                    <a:pt x="41684" y="5958"/>
                    <a:pt x="35838" y="2851"/>
                  </a:cubicBezTo>
                  <a:cubicBezTo>
                    <a:pt x="35564" y="2708"/>
                    <a:pt x="35302" y="2565"/>
                    <a:pt x="35017" y="2434"/>
                  </a:cubicBezTo>
                  <a:lnTo>
                    <a:pt x="34195" y="2053"/>
                  </a:lnTo>
                  <a:cubicBezTo>
                    <a:pt x="33909" y="1934"/>
                    <a:pt x="33623" y="1827"/>
                    <a:pt x="33338" y="1708"/>
                  </a:cubicBezTo>
                  <a:cubicBezTo>
                    <a:pt x="33195" y="1648"/>
                    <a:pt x="33064" y="1589"/>
                    <a:pt x="32921" y="1541"/>
                  </a:cubicBezTo>
                  <a:lnTo>
                    <a:pt x="32480" y="1386"/>
                  </a:lnTo>
                  <a:cubicBezTo>
                    <a:pt x="31909" y="1172"/>
                    <a:pt x="31326" y="1017"/>
                    <a:pt x="30742" y="838"/>
                  </a:cubicBezTo>
                  <a:cubicBezTo>
                    <a:pt x="30147" y="696"/>
                    <a:pt x="29552" y="529"/>
                    <a:pt x="28956" y="422"/>
                  </a:cubicBezTo>
                  <a:cubicBezTo>
                    <a:pt x="27516" y="136"/>
                    <a:pt x="26047" y="0"/>
                    <a:pt x="245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2" name="Google Shape;632;p28"/>
            <p:cNvGrpSpPr/>
            <p:nvPr/>
          </p:nvGrpSpPr>
          <p:grpSpPr>
            <a:xfrm>
              <a:off x="1002560" y="2800560"/>
              <a:ext cx="1524900" cy="856208"/>
              <a:chOff x="1002560" y="2800560"/>
              <a:chExt cx="1524900" cy="856208"/>
            </a:xfrm>
          </p:grpSpPr>
          <p:sp>
            <p:nvSpPr>
              <p:cNvPr id="633" name="Google Shape;633;p28"/>
              <p:cNvSpPr txBox="1"/>
              <p:nvPr/>
            </p:nvSpPr>
            <p:spPr>
              <a:xfrm>
                <a:off x="1079360" y="2800560"/>
                <a:ext cx="1371300" cy="31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dirty="0"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BBDD reducida</a:t>
                </a:r>
                <a:endParaRPr sz="1800" dirty="0">
                  <a:solidFill>
                    <a:srgbClr val="000000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634" name="Google Shape;634;p28"/>
              <p:cNvSpPr txBox="1"/>
              <p:nvPr/>
            </p:nvSpPr>
            <p:spPr>
              <a:xfrm>
                <a:off x="1002560" y="3069968"/>
                <a:ext cx="1524900" cy="586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pic>
        <p:nvPicPr>
          <p:cNvPr id="8" name="Imagen 7" descr="Interfaz de usuario gráfica, Texto, Aplicación, Correo electrónico&#10;&#10;El contenido generado por IA puede ser incorrecto.">
            <a:extLst>
              <a:ext uri="{FF2B5EF4-FFF2-40B4-BE49-F238E27FC236}">
                <a16:creationId xmlns:a16="http://schemas.microsoft.com/office/drawing/2014/main" id="{8C95C62C-5D4A-FC95-0DFB-997E5B2FFF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484"/>
          <a:stretch>
            <a:fillRect/>
          </a:stretch>
        </p:blipFill>
        <p:spPr>
          <a:xfrm>
            <a:off x="290456" y="2767951"/>
            <a:ext cx="2657846" cy="1603205"/>
          </a:xfrm>
          <a:prstGeom prst="rect">
            <a:avLst/>
          </a:prstGeom>
        </p:spPr>
      </p:pic>
      <p:sp>
        <p:nvSpPr>
          <p:cNvPr id="10" name="Google Shape;631;p28">
            <a:extLst>
              <a:ext uri="{FF2B5EF4-FFF2-40B4-BE49-F238E27FC236}">
                <a16:creationId xmlns:a16="http://schemas.microsoft.com/office/drawing/2014/main" id="{3344573B-05AB-722D-10BD-1916DC33F883}"/>
              </a:ext>
            </a:extLst>
          </p:cNvPr>
          <p:cNvSpPr/>
          <p:nvPr/>
        </p:nvSpPr>
        <p:spPr>
          <a:xfrm>
            <a:off x="2978957" y="1318394"/>
            <a:ext cx="1193456" cy="1292069"/>
          </a:xfrm>
          <a:custGeom>
            <a:avLst/>
            <a:gdLst/>
            <a:ahLst/>
            <a:cxnLst/>
            <a:rect l="l" t="t" r="r" b="b"/>
            <a:pathLst>
              <a:path w="48697" h="48904" extrusionOk="0">
                <a:moveTo>
                  <a:pt x="24576" y="0"/>
                </a:moveTo>
                <a:cubicBezTo>
                  <a:pt x="22922" y="0"/>
                  <a:pt x="21265" y="172"/>
                  <a:pt x="19646" y="493"/>
                </a:cubicBezTo>
                <a:cubicBezTo>
                  <a:pt x="18383" y="743"/>
                  <a:pt x="17145" y="1100"/>
                  <a:pt x="15943" y="1541"/>
                </a:cubicBezTo>
                <a:cubicBezTo>
                  <a:pt x="15633" y="1660"/>
                  <a:pt x="15335" y="1755"/>
                  <a:pt x="15038" y="1886"/>
                </a:cubicBezTo>
                <a:lnTo>
                  <a:pt x="14157" y="2267"/>
                </a:lnTo>
                <a:cubicBezTo>
                  <a:pt x="13573" y="2553"/>
                  <a:pt x="12990" y="2827"/>
                  <a:pt x="12430" y="3148"/>
                </a:cubicBezTo>
                <a:cubicBezTo>
                  <a:pt x="11311" y="3767"/>
                  <a:pt x="10228" y="4494"/>
                  <a:pt x="9216" y="5291"/>
                </a:cubicBezTo>
                <a:cubicBezTo>
                  <a:pt x="8216" y="6101"/>
                  <a:pt x="7275" y="6994"/>
                  <a:pt x="6406" y="7946"/>
                </a:cubicBezTo>
                <a:cubicBezTo>
                  <a:pt x="4310" y="10280"/>
                  <a:pt x="2679" y="12983"/>
                  <a:pt x="1572" y="15924"/>
                </a:cubicBezTo>
                <a:lnTo>
                  <a:pt x="1322" y="16662"/>
                </a:lnTo>
                <a:cubicBezTo>
                  <a:pt x="1274" y="16793"/>
                  <a:pt x="1238" y="16912"/>
                  <a:pt x="1191" y="17043"/>
                </a:cubicBezTo>
                <a:lnTo>
                  <a:pt x="1084" y="17412"/>
                </a:lnTo>
                <a:lnTo>
                  <a:pt x="869" y="18162"/>
                </a:lnTo>
                <a:lnTo>
                  <a:pt x="679" y="18912"/>
                </a:lnTo>
                <a:cubicBezTo>
                  <a:pt x="203" y="20948"/>
                  <a:pt x="0" y="23044"/>
                  <a:pt x="48" y="25139"/>
                </a:cubicBezTo>
                <a:cubicBezTo>
                  <a:pt x="95" y="27223"/>
                  <a:pt x="417" y="29306"/>
                  <a:pt x="1012" y="31318"/>
                </a:cubicBezTo>
                <a:cubicBezTo>
                  <a:pt x="1893" y="34343"/>
                  <a:pt x="3346" y="37164"/>
                  <a:pt x="5310" y="39629"/>
                </a:cubicBezTo>
                <a:cubicBezTo>
                  <a:pt x="7263" y="42094"/>
                  <a:pt x="9668" y="44165"/>
                  <a:pt x="12395" y="45725"/>
                </a:cubicBezTo>
                <a:cubicBezTo>
                  <a:pt x="13609" y="46415"/>
                  <a:pt x="14883" y="46999"/>
                  <a:pt x="16205" y="47463"/>
                </a:cubicBezTo>
                <a:cubicBezTo>
                  <a:pt x="17514" y="47904"/>
                  <a:pt x="18872" y="48261"/>
                  <a:pt x="20241" y="48511"/>
                </a:cubicBezTo>
                <a:lnTo>
                  <a:pt x="20681" y="48594"/>
                </a:lnTo>
                <a:cubicBezTo>
                  <a:pt x="20836" y="48630"/>
                  <a:pt x="20979" y="48654"/>
                  <a:pt x="21134" y="48666"/>
                </a:cubicBezTo>
                <a:lnTo>
                  <a:pt x="22027" y="48785"/>
                </a:lnTo>
                <a:cubicBezTo>
                  <a:pt x="22324" y="48821"/>
                  <a:pt x="22622" y="48821"/>
                  <a:pt x="22920" y="48844"/>
                </a:cubicBezTo>
                <a:lnTo>
                  <a:pt x="23372" y="48880"/>
                </a:lnTo>
                <a:cubicBezTo>
                  <a:pt x="23515" y="48892"/>
                  <a:pt x="23670" y="48892"/>
                  <a:pt x="23813" y="48892"/>
                </a:cubicBezTo>
                <a:cubicBezTo>
                  <a:pt x="24122" y="48904"/>
                  <a:pt x="24420" y="48904"/>
                  <a:pt x="24718" y="48904"/>
                </a:cubicBezTo>
                <a:lnTo>
                  <a:pt x="25611" y="48868"/>
                </a:lnTo>
                <a:cubicBezTo>
                  <a:pt x="25908" y="48856"/>
                  <a:pt x="26206" y="48821"/>
                  <a:pt x="26504" y="48797"/>
                </a:cubicBezTo>
                <a:lnTo>
                  <a:pt x="26956" y="48749"/>
                </a:lnTo>
                <a:lnTo>
                  <a:pt x="27182" y="48737"/>
                </a:lnTo>
                <a:lnTo>
                  <a:pt x="27397" y="48701"/>
                </a:lnTo>
                <a:lnTo>
                  <a:pt x="28289" y="48571"/>
                </a:lnTo>
                <a:cubicBezTo>
                  <a:pt x="28587" y="48523"/>
                  <a:pt x="28873" y="48451"/>
                  <a:pt x="29171" y="48404"/>
                </a:cubicBezTo>
                <a:lnTo>
                  <a:pt x="29623" y="48309"/>
                </a:lnTo>
                <a:lnTo>
                  <a:pt x="30052" y="48201"/>
                </a:lnTo>
                <a:cubicBezTo>
                  <a:pt x="30349" y="48118"/>
                  <a:pt x="30635" y="48059"/>
                  <a:pt x="30921" y="47975"/>
                </a:cubicBezTo>
                <a:cubicBezTo>
                  <a:pt x="32076" y="47642"/>
                  <a:pt x="33195" y="47225"/>
                  <a:pt x="34278" y="46737"/>
                </a:cubicBezTo>
                <a:cubicBezTo>
                  <a:pt x="36040" y="45927"/>
                  <a:pt x="37695" y="44939"/>
                  <a:pt x="39231" y="43760"/>
                </a:cubicBezTo>
                <a:cubicBezTo>
                  <a:pt x="42696" y="41153"/>
                  <a:pt x="45399" y="37676"/>
                  <a:pt x="47066" y="33676"/>
                </a:cubicBezTo>
                <a:cubicBezTo>
                  <a:pt x="47494" y="32616"/>
                  <a:pt x="47851" y="31521"/>
                  <a:pt x="48113" y="30402"/>
                </a:cubicBezTo>
                <a:lnTo>
                  <a:pt x="48292" y="29556"/>
                </a:lnTo>
                <a:cubicBezTo>
                  <a:pt x="48316" y="29425"/>
                  <a:pt x="48352" y="29282"/>
                  <a:pt x="48375" y="29140"/>
                </a:cubicBezTo>
                <a:lnTo>
                  <a:pt x="48447" y="28723"/>
                </a:lnTo>
                <a:cubicBezTo>
                  <a:pt x="48482" y="28437"/>
                  <a:pt x="48542" y="28151"/>
                  <a:pt x="48566" y="27866"/>
                </a:cubicBezTo>
                <a:lnTo>
                  <a:pt x="48661" y="27020"/>
                </a:lnTo>
                <a:cubicBezTo>
                  <a:pt x="48697" y="26782"/>
                  <a:pt x="48697" y="26532"/>
                  <a:pt x="48685" y="26294"/>
                </a:cubicBezTo>
                <a:cubicBezTo>
                  <a:pt x="48685" y="26068"/>
                  <a:pt x="48661" y="25853"/>
                  <a:pt x="48637" y="25651"/>
                </a:cubicBezTo>
                <a:cubicBezTo>
                  <a:pt x="48590" y="25234"/>
                  <a:pt x="48494" y="24853"/>
                  <a:pt x="48435" y="24449"/>
                </a:cubicBezTo>
                <a:cubicBezTo>
                  <a:pt x="48425" y="24367"/>
                  <a:pt x="48371" y="24312"/>
                  <a:pt x="48334" y="24312"/>
                </a:cubicBezTo>
                <a:cubicBezTo>
                  <a:pt x="48327" y="24312"/>
                  <a:pt x="48321" y="24314"/>
                  <a:pt x="48316" y="24318"/>
                </a:cubicBezTo>
                <a:cubicBezTo>
                  <a:pt x="48256" y="24389"/>
                  <a:pt x="48209" y="24472"/>
                  <a:pt x="48209" y="24568"/>
                </a:cubicBezTo>
                <a:cubicBezTo>
                  <a:pt x="48173" y="24841"/>
                  <a:pt x="48137" y="25115"/>
                  <a:pt x="48125" y="25401"/>
                </a:cubicBezTo>
                <a:cubicBezTo>
                  <a:pt x="47994" y="27330"/>
                  <a:pt x="47637" y="29235"/>
                  <a:pt x="47066" y="31080"/>
                </a:cubicBezTo>
                <a:cubicBezTo>
                  <a:pt x="46744" y="32104"/>
                  <a:pt x="46339" y="33092"/>
                  <a:pt x="45863" y="34045"/>
                </a:cubicBezTo>
                <a:lnTo>
                  <a:pt x="45685" y="34402"/>
                </a:lnTo>
                <a:lnTo>
                  <a:pt x="45482" y="34747"/>
                </a:lnTo>
                <a:cubicBezTo>
                  <a:pt x="45351" y="34974"/>
                  <a:pt x="45220" y="35200"/>
                  <a:pt x="45089" y="35426"/>
                </a:cubicBezTo>
                <a:cubicBezTo>
                  <a:pt x="44803" y="35867"/>
                  <a:pt x="44518" y="36307"/>
                  <a:pt x="44196" y="36712"/>
                </a:cubicBezTo>
                <a:cubicBezTo>
                  <a:pt x="43137" y="38081"/>
                  <a:pt x="41946" y="39391"/>
                  <a:pt x="40767" y="40677"/>
                </a:cubicBezTo>
                <a:cubicBezTo>
                  <a:pt x="39600" y="41939"/>
                  <a:pt x="38255" y="43034"/>
                  <a:pt x="36779" y="43915"/>
                </a:cubicBezTo>
                <a:cubicBezTo>
                  <a:pt x="35290" y="44796"/>
                  <a:pt x="33743" y="45534"/>
                  <a:pt x="32123" y="46118"/>
                </a:cubicBezTo>
                <a:cubicBezTo>
                  <a:pt x="31957" y="46177"/>
                  <a:pt x="31790" y="46237"/>
                  <a:pt x="31623" y="46285"/>
                </a:cubicBezTo>
                <a:cubicBezTo>
                  <a:pt x="31457" y="46332"/>
                  <a:pt x="31278" y="46356"/>
                  <a:pt x="31111" y="46404"/>
                </a:cubicBezTo>
                <a:cubicBezTo>
                  <a:pt x="30087" y="46630"/>
                  <a:pt x="29075" y="46844"/>
                  <a:pt x="28039" y="47058"/>
                </a:cubicBezTo>
                <a:lnTo>
                  <a:pt x="27420" y="47166"/>
                </a:lnTo>
                <a:cubicBezTo>
                  <a:pt x="27218" y="47201"/>
                  <a:pt x="27004" y="47237"/>
                  <a:pt x="26801" y="47261"/>
                </a:cubicBezTo>
                <a:lnTo>
                  <a:pt x="26170" y="47320"/>
                </a:lnTo>
                <a:lnTo>
                  <a:pt x="25849" y="47344"/>
                </a:lnTo>
                <a:lnTo>
                  <a:pt x="25539" y="47356"/>
                </a:lnTo>
                <a:cubicBezTo>
                  <a:pt x="25218" y="47369"/>
                  <a:pt x="24897" y="47376"/>
                  <a:pt x="24576" y="47376"/>
                </a:cubicBezTo>
                <a:cubicBezTo>
                  <a:pt x="22565" y="47376"/>
                  <a:pt x="20562" y="47118"/>
                  <a:pt x="18622" y="46594"/>
                </a:cubicBezTo>
                <a:lnTo>
                  <a:pt x="17776" y="46356"/>
                </a:lnTo>
                <a:lnTo>
                  <a:pt x="16943" y="46082"/>
                </a:lnTo>
                <a:lnTo>
                  <a:pt x="16740" y="46011"/>
                </a:lnTo>
                <a:lnTo>
                  <a:pt x="16538" y="45939"/>
                </a:lnTo>
                <a:lnTo>
                  <a:pt x="16133" y="45773"/>
                </a:lnTo>
                <a:lnTo>
                  <a:pt x="15716" y="45618"/>
                </a:lnTo>
                <a:cubicBezTo>
                  <a:pt x="15586" y="45558"/>
                  <a:pt x="15455" y="45499"/>
                  <a:pt x="15324" y="45439"/>
                </a:cubicBezTo>
                <a:cubicBezTo>
                  <a:pt x="14252" y="44975"/>
                  <a:pt x="13216" y="44427"/>
                  <a:pt x="12240" y="43796"/>
                </a:cubicBezTo>
                <a:cubicBezTo>
                  <a:pt x="11216" y="43153"/>
                  <a:pt x="10252" y="42439"/>
                  <a:pt x="9359" y="41653"/>
                </a:cubicBezTo>
                <a:cubicBezTo>
                  <a:pt x="8299" y="40712"/>
                  <a:pt x="7323" y="39677"/>
                  <a:pt x="6442" y="38569"/>
                </a:cubicBezTo>
                <a:cubicBezTo>
                  <a:pt x="5418" y="37307"/>
                  <a:pt x="4525" y="35938"/>
                  <a:pt x="3798" y="34485"/>
                </a:cubicBezTo>
                <a:cubicBezTo>
                  <a:pt x="3024" y="32890"/>
                  <a:pt x="2453" y="31199"/>
                  <a:pt x="2108" y="29473"/>
                </a:cubicBezTo>
                <a:cubicBezTo>
                  <a:pt x="1917" y="28580"/>
                  <a:pt x="1762" y="27675"/>
                  <a:pt x="1643" y="26770"/>
                </a:cubicBezTo>
                <a:cubicBezTo>
                  <a:pt x="1619" y="26544"/>
                  <a:pt x="1608" y="26306"/>
                  <a:pt x="1584" y="26080"/>
                </a:cubicBezTo>
                <a:cubicBezTo>
                  <a:pt x="1572" y="25853"/>
                  <a:pt x="1548" y="25627"/>
                  <a:pt x="1548" y="25389"/>
                </a:cubicBezTo>
                <a:cubicBezTo>
                  <a:pt x="1548" y="25163"/>
                  <a:pt x="1560" y="24937"/>
                  <a:pt x="1560" y="24710"/>
                </a:cubicBezTo>
                <a:lnTo>
                  <a:pt x="1572" y="24365"/>
                </a:lnTo>
                <a:cubicBezTo>
                  <a:pt x="1584" y="24258"/>
                  <a:pt x="1596" y="24139"/>
                  <a:pt x="1608" y="24020"/>
                </a:cubicBezTo>
                <a:cubicBezTo>
                  <a:pt x="1655" y="23687"/>
                  <a:pt x="1667" y="23353"/>
                  <a:pt x="1715" y="22996"/>
                </a:cubicBezTo>
                <a:cubicBezTo>
                  <a:pt x="1762" y="22651"/>
                  <a:pt x="1786" y="22305"/>
                  <a:pt x="1834" y="21960"/>
                </a:cubicBezTo>
                <a:cubicBezTo>
                  <a:pt x="1881" y="21615"/>
                  <a:pt x="1905" y="21270"/>
                  <a:pt x="1953" y="20912"/>
                </a:cubicBezTo>
                <a:cubicBezTo>
                  <a:pt x="1989" y="20567"/>
                  <a:pt x="2048" y="20210"/>
                  <a:pt x="2084" y="19865"/>
                </a:cubicBezTo>
                <a:cubicBezTo>
                  <a:pt x="2096" y="19710"/>
                  <a:pt x="2120" y="19555"/>
                  <a:pt x="2155" y="19400"/>
                </a:cubicBezTo>
                <a:cubicBezTo>
                  <a:pt x="2179" y="19245"/>
                  <a:pt x="2215" y="19091"/>
                  <a:pt x="2251" y="18936"/>
                </a:cubicBezTo>
                <a:cubicBezTo>
                  <a:pt x="2298" y="18781"/>
                  <a:pt x="2322" y="18626"/>
                  <a:pt x="2381" y="18472"/>
                </a:cubicBezTo>
                <a:cubicBezTo>
                  <a:pt x="2429" y="18329"/>
                  <a:pt x="2477" y="18174"/>
                  <a:pt x="2524" y="18031"/>
                </a:cubicBezTo>
                <a:cubicBezTo>
                  <a:pt x="3048" y="16436"/>
                  <a:pt x="3679" y="14876"/>
                  <a:pt x="4406" y="13352"/>
                </a:cubicBezTo>
                <a:cubicBezTo>
                  <a:pt x="4906" y="12340"/>
                  <a:pt x="5501" y="11387"/>
                  <a:pt x="6191" y="10494"/>
                </a:cubicBezTo>
                <a:cubicBezTo>
                  <a:pt x="7096" y="9328"/>
                  <a:pt x="8120" y="8256"/>
                  <a:pt x="9228" y="7280"/>
                </a:cubicBezTo>
                <a:cubicBezTo>
                  <a:pt x="11323" y="5399"/>
                  <a:pt x="13740" y="3910"/>
                  <a:pt x="16371" y="2886"/>
                </a:cubicBezTo>
                <a:lnTo>
                  <a:pt x="16407" y="2958"/>
                </a:lnTo>
                <a:cubicBezTo>
                  <a:pt x="16824" y="2779"/>
                  <a:pt x="17276" y="2636"/>
                  <a:pt x="17705" y="2482"/>
                </a:cubicBezTo>
                <a:cubicBezTo>
                  <a:pt x="17931" y="2398"/>
                  <a:pt x="18145" y="2339"/>
                  <a:pt x="18372" y="2267"/>
                </a:cubicBezTo>
                <a:cubicBezTo>
                  <a:pt x="18598" y="2208"/>
                  <a:pt x="18812" y="2136"/>
                  <a:pt x="19038" y="2077"/>
                </a:cubicBezTo>
                <a:lnTo>
                  <a:pt x="19717" y="1910"/>
                </a:lnTo>
                <a:lnTo>
                  <a:pt x="20050" y="1827"/>
                </a:lnTo>
                <a:lnTo>
                  <a:pt x="20396" y="1767"/>
                </a:lnTo>
                <a:lnTo>
                  <a:pt x="21086" y="1636"/>
                </a:lnTo>
                <a:cubicBezTo>
                  <a:pt x="21312" y="1589"/>
                  <a:pt x="21539" y="1565"/>
                  <a:pt x="21777" y="1529"/>
                </a:cubicBezTo>
                <a:cubicBezTo>
                  <a:pt x="22829" y="1380"/>
                  <a:pt x="23890" y="1304"/>
                  <a:pt x="24951" y="1304"/>
                </a:cubicBezTo>
                <a:cubicBezTo>
                  <a:pt x="25751" y="1304"/>
                  <a:pt x="26551" y="1347"/>
                  <a:pt x="27349" y="1434"/>
                </a:cubicBezTo>
                <a:lnTo>
                  <a:pt x="28063" y="1517"/>
                </a:lnTo>
                <a:cubicBezTo>
                  <a:pt x="28289" y="1541"/>
                  <a:pt x="28528" y="1589"/>
                  <a:pt x="28766" y="1636"/>
                </a:cubicBezTo>
                <a:cubicBezTo>
                  <a:pt x="29004" y="1672"/>
                  <a:pt x="29242" y="1696"/>
                  <a:pt x="29468" y="1755"/>
                </a:cubicBezTo>
                <a:lnTo>
                  <a:pt x="30171" y="1898"/>
                </a:lnTo>
                <a:cubicBezTo>
                  <a:pt x="30409" y="1946"/>
                  <a:pt x="30635" y="2017"/>
                  <a:pt x="30861" y="2089"/>
                </a:cubicBezTo>
                <a:lnTo>
                  <a:pt x="31552" y="2279"/>
                </a:lnTo>
                <a:lnTo>
                  <a:pt x="32219" y="2517"/>
                </a:lnTo>
                <a:lnTo>
                  <a:pt x="32552" y="2636"/>
                </a:lnTo>
                <a:cubicBezTo>
                  <a:pt x="32659" y="2684"/>
                  <a:pt x="32766" y="2732"/>
                  <a:pt x="32873" y="2779"/>
                </a:cubicBezTo>
                <a:cubicBezTo>
                  <a:pt x="35600" y="3922"/>
                  <a:pt x="38112" y="5518"/>
                  <a:pt x="40303" y="7494"/>
                </a:cubicBezTo>
                <a:cubicBezTo>
                  <a:pt x="40493" y="7673"/>
                  <a:pt x="40684" y="7839"/>
                  <a:pt x="40886" y="8018"/>
                </a:cubicBezTo>
                <a:lnTo>
                  <a:pt x="41446" y="8554"/>
                </a:lnTo>
                <a:lnTo>
                  <a:pt x="41732" y="8816"/>
                </a:lnTo>
                <a:lnTo>
                  <a:pt x="42005" y="9101"/>
                </a:lnTo>
                <a:cubicBezTo>
                  <a:pt x="42184" y="9292"/>
                  <a:pt x="42363" y="9459"/>
                  <a:pt x="42553" y="9673"/>
                </a:cubicBezTo>
                <a:cubicBezTo>
                  <a:pt x="42732" y="9875"/>
                  <a:pt x="42922" y="10090"/>
                  <a:pt x="43101" y="10292"/>
                </a:cubicBezTo>
                <a:cubicBezTo>
                  <a:pt x="43196" y="10399"/>
                  <a:pt x="43291" y="10506"/>
                  <a:pt x="43375" y="10613"/>
                </a:cubicBezTo>
                <a:cubicBezTo>
                  <a:pt x="43458" y="10733"/>
                  <a:pt x="43541" y="10840"/>
                  <a:pt x="43613" y="10959"/>
                </a:cubicBezTo>
                <a:lnTo>
                  <a:pt x="43875" y="11328"/>
                </a:lnTo>
                <a:lnTo>
                  <a:pt x="44113" y="11709"/>
                </a:lnTo>
                <a:lnTo>
                  <a:pt x="44351" y="12102"/>
                </a:lnTo>
                <a:cubicBezTo>
                  <a:pt x="44422" y="12233"/>
                  <a:pt x="44506" y="12364"/>
                  <a:pt x="44577" y="12495"/>
                </a:cubicBezTo>
                <a:lnTo>
                  <a:pt x="45006" y="13280"/>
                </a:lnTo>
                <a:lnTo>
                  <a:pt x="45411" y="14090"/>
                </a:lnTo>
                <a:cubicBezTo>
                  <a:pt x="45911" y="15174"/>
                  <a:pt x="46327" y="16293"/>
                  <a:pt x="46649" y="17448"/>
                </a:cubicBezTo>
                <a:cubicBezTo>
                  <a:pt x="47125" y="19281"/>
                  <a:pt x="47482" y="21139"/>
                  <a:pt x="47709" y="23020"/>
                </a:cubicBezTo>
                <a:cubicBezTo>
                  <a:pt x="47756" y="23353"/>
                  <a:pt x="47792" y="23687"/>
                  <a:pt x="47851" y="24020"/>
                </a:cubicBezTo>
                <a:cubicBezTo>
                  <a:pt x="47884" y="24216"/>
                  <a:pt x="47946" y="24316"/>
                  <a:pt x="48008" y="24316"/>
                </a:cubicBezTo>
                <a:cubicBezTo>
                  <a:pt x="48060" y="24316"/>
                  <a:pt x="48112" y="24249"/>
                  <a:pt x="48149" y="24115"/>
                </a:cubicBezTo>
                <a:cubicBezTo>
                  <a:pt x="48232" y="23734"/>
                  <a:pt x="48292" y="23341"/>
                  <a:pt x="48292" y="22948"/>
                </a:cubicBezTo>
                <a:cubicBezTo>
                  <a:pt x="48292" y="22746"/>
                  <a:pt x="48292" y="22532"/>
                  <a:pt x="48280" y="22317"/>
                </a:cubicBezTo>
                <a:cubicBezTo>
                  <a:pt x="48280" y="22103"/>
                  <a:pt x="48268" y="21889"/>
                  <a:pt x="48244" y="21662"/>
                </a:cubicBezTo>
                <a:lnTo>
                  <a:pt x="48137" y="20698"/>
                </a:lnTo>
                <a:lnTo>
                  <a:pt x="47994" y="19722"/>
                </a:lnTo>
                <a:cubicBezTo>
                  <a:pt x="47971" y="19567"/>
                  <a:pt x="47935" y="19400"/>
                  <a:pt x="47899" y="19245"/>
                </a:cubicBezTo>
                <a:lnTo>
                  <a:pt x="47804" y="18769"/>
                </a:lnTo>
                <a:cubicBezTo>
                  <a:pt x="47768" y="18603"/>
                  <a:pt x="47744" y="18448"/>
                  <a:pt x="47697" y="18281"/>
                </a:cubicBezTo>
                <a:lnTo>
                  <a:pt x="47578" y="17817"/>
                </a:lnTo>
                <a:cubicBezTo>
                  <a:pt x="45946" y="11387"/>
                  <a:pt x="41684" y="5958"/>
                  <a:pt x="35838" y="2851"/>
                </a:cubicBezTo>
                <a:cubicBezTo>
                  <a:pt x="35564" y="2708"/>
                  <a:pt x="35302" y="2565"/>
                  <a:pt x="35017" y="2434"/>
                </a:cubicBezTo>
                <a:lnTo>
                  <a:pt x="34195" y="2053"/>
                </a:lnTo>
                <a:cubicBezTo>
                  <a:pt x="33909" y="1934"/>
                  <a:pt x="33623" y="1827"/>
                  <a:pt x="33338" y="1708"/>
                </a:cubicBezTo>
                <a:cubicBezTo>
                  <a:pt x="33195" y="1648"/>
                  <a:pt x="33064" y="1589"/>
                  <a:pt x="32921" y="1541"/>
                </a:cubicBezTo>
                <a:lnTo>
                  <a:pt x="32480" y="1386"/>
                </a:lnTo>
                <a:cubicBezTo>
                  <a:pt x="31909" y="1172"/>
                  <a:pt x="31326" y="1017"/>
                  <a:pt x="30742" y="838"/>
                </a:cubicBezTo>
                <a:cubicBezTo>
                  <a:pt x="30147" y="696"/>
                  <a:pt x="29552" y="529"/>
                  <a:pt x="28956" y="422"/>
                </a:cubicBezTo>
                <a:cubicBezTo>
                  <a:pt x="27516" y="136"/>
                  <a:pt x="26047" y="0"/>
                  <a:pt x="24576" y="0"/>
                </a:cubicBezTo>
                <a:close/>
              </a:path>
            </a:pathLst>
          </a:custGeom>
          <a:solidFill>
            <a:srgbClr val="FFC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" name="Imagen 14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0BD2F1C5-A55C-570F-B75F-2D3BDC3258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1101" y="2804444"/>
            <a:ext cx="2418396" cy="1692725"/>
          </a:xfrm>
          <a:prstGeom prst="rect">
            <a:avLst/>
          </a:prstGeom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69877C8F-5317-BE6F-6945-CC388015F9CE}"/>
              </a:ext>
            </a:extLst>
          </p:cNvPr>
          <p:cNvSpPr txBox="1"/>
          <p:nvPr/>
        </p:nvSpPr>
        <p:spPr>
          <a:xfrm>
            <a:off x="1457019" y="1595097"/>
            <a:ext cx="1462769" cy="73866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ca-ES" dirty="0"/>
              <a:t>Variables </a:t>
            </a:r>
            <a:r>
              <a:rPr lang="ca-ES" dirty="0" err="1"/>
              <a:t>altamente</a:t>
            </a:r>
            <a:r>
              <a:rPr lang="ca-ES" dirty="0"/>
              <a:t> </a:t>
            </a:r>
            <a:r>
              <a:rPr lang="ca-ES" dirty="0" err="1"/>
              <a:t>significativas</a:t>
            </a:r>
            <a:endParaRPr lang="ca-ES" dirty="0"/>
          </a:p>
        </p:txBody>
      </p:sp>
      <p:sp>
        <p:nvSpPr>
          <p:cNvPr id="17" name="Google Shape;633;p28">
            <a:extLst>
              <a:ext uri="{FF2B5EF4-FFF2-40B4-BE49-F238E27FC236}">
                <a16:creationId xmlns:a16="http://schemas.microsoft.com/office/drawing/2014/main" id="{3EC15E59-67D6-0AE1-A6A9-64B30040E99A}"/>
              </a:ext>
            </a:extLst>
          </p:cNvPr>
          <p:cNvSpPr txBox="1"/>
          <p:nvPr/>
        </p:nvSpPr>
        <p:spPr>
          <a:xfrm>
            <a:off x="3066556" y="1738936"/>
            <a:ext cx="1018257" cy="253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BBDD reducida plus</a:t>
            </a:r>
            <a:endParaRPr sz="1800" dirty="0">
              <a:solidFill>
                <a:srgbClr val="000000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85BED90B-FD8F-DAA5-3238-316DC3132584}"/>
              </a:ext>
            </a:extLst>
          </p:cNvPr>
          <p:cNvSpPr txBox="1"/>
          <p:nvPr/>
        </p:nvSpPr>
        <p:spPr>
          <a:xfrm>
            <a:off x="4231582" y="1595097"/>
            <a:ext cx="1462769" cy="95410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ca-ES" dirty="0" err="1"/>
              <a:t>Añadimos</a:t>
            </a:r>
            <a:r>
              <a:rPr lang="ca-ES" dirty="0"/>
              <a:t> dos variables no </a:t>
            </a:r>
            <a:r>
              <a:rPr lang="ca-ES" dirty="0" err="1"/>
              <a:t>significativas</a:t>
            </a:r>
            <a:r>
              <a:rPr lang="ca-ES" dirty="0"/>
              <a:t> por </a:t>
            </a:r>
            <a:r>
              <a:rPr lang="ca-ES" dirty="0" err="1"/>
              <a:t>poco</a:t>
            </a:r>
            <a:endParaRPr lang="ca-ES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71D43951-B2AE-7BE2-D94B-F35B07A8A778}"/>
              </a:ext>
            </a:extLst>
          </p:cNvPr>
          <p:cNvSpPr txBox="1"/>
          <p:nvPr/>
        </p:nvSpPr>
        <p:spPr>
          <a:xfrm>
            <a:off x="5918490" y="1035971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b="1" dirty="0"/>
              <a:t>METODOLOGÍA ESTÁNDAR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87FE5D4D-67B0-D6FC-3090-0D99B56B82E9}"/>
              </a:ext>
            </a:extLst>
          </p:cNvPr>
          <p:cNvSpPr txBox="1"/>
          <p:nvPr/>
        </p:nvSpPr>
        <p:spPr>
          <a:xfrm>
            <a:off x="5918490" y="1379653"/>
            <a:ext cx="2990627" cy="104644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ca-ES" sz="1200" dirty="0"/>
              <a:t>- Dividir en train2 (70%=&gt; 4900 </a:t>
            </a:r>
            <a:r>
              <a:rPr lang="ca-ES" sz="1200" dirty="0" err="1"/>
              <a:t>filas</a:t>
            </a:r>
            <a:r>
              <a:rPr lang="ca-ES" sz="1200" dirty="0"/>
              <a:t>) y test 2 (30%=&gt;2100 files)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Trabajar</a:t>
            </a:r>
            <a:r>
              <a:rPr lang="ca-ES" sz="1200" dirty="0"/>
              <a:t> con Cross </a:t>
            </a:r>
            <a:r>
              <a:rPr lang="ca-ES" sz="1200" dirty="0" err="1"/>
              <a:t>Validation</a:t>
            </a:r>
            <a:r>
              <a:rPr lang="ca-ES" sz="1200" dirty="0"/>
              <a:t> (5-10 </a:t>
            </a:r>
            <a:r>
              <a:rPr lang="ca-ES" sz="1200" dirty="0" err="1"/>
              <a:t>folds</a:t>
            </a:r>
            <a:r>
              <a:rPr lang="ca-ES" sz="1200" dirty="0"/>
              <a:t>) en traint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Evaluar</a:t>
            </a:r>
            <a:r>
              <a:rPr lang="ca-ES" sz="1200" dirty="0"/>
              <a:t> en test2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E1CB4E2D-AA5E-21BE-1785-DF4696D5A71F}"/>
              </a:ext>
            </a:extLst>
          </p:cNvPr>
          <p:cNvSpPr txBox="1"/>
          <p:nvPr/>
        </p:nvSpPr>
        <p:spPr>
          <a:xfrm>
            <a:off x="5918490" y="2614062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b="1" dirty="0"/>
              <a:t>POLÍTICA DE BALANCEO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88CDE9D7-6FB4-5135-D608-BCD6C5875703}"/>
              </a:ext>
            </a:extLst>
          </p:cNvPr>
          <p:cNvSpPr txBox="1"/>
          <p:nvPr/>
        </p:nvSpPr>
        <p:spPr>
          <a:xfrm>
            <a:off x="5918490" y="2896731"/>
            <a:ext cx="2990627" cy="160043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ca-ES" sz="1200" dirty="0"/>
              <a:t>Para </a:t>
            </a:r>
            <a:r>
              <a:rPr lang="ca-ES" sz="1200" dirty="0" err="1"/>
              <a:t>modelos</a:t>
            </a:r>
            <a:r>
              <a:rPr lang="ca-ES" sz="1200" dirty="0"/>
              <a:t> en los que </a:t>
            </a:r>
            <a:r>
              <a:rPr lang="ca-ES" sz="1200" dirty="0" err="1"/>
              <a:t>tenga</a:t>
            </a:r>
            <a:r>
              <a:rPr lang="ca-ES" sz="1200" dirty="0"/>
              <a:t> </a:t>
            </a:r>
            <a:r>
              <a:rPr lang="ca-ES" sz="1200" dirty="0" err="1"/>
              <a:t>sentido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r>
              <a:rPr lang="ca-ES" sz="1200" dirty="0"/>
              <a:t>:</a:t>
            </a:r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Probar</a:t>
            </a:r>
            <a:r>
              <a:rPr lang="ca-ES" sz="1200" dirty="0"/>
              <a:t> </a:t>
            </a:r>
            <a:r>
              <a:rPr lang="ca-ES" sz="1200" dirty="0" err="1"/>
              <a:t>distintos</a:t>
            </a:r>
            <a:r>
              <a:rPr lang="ca-ES" sz="1200" dirty="0"/>
              <a:t> </a:t>
            </a:r>
            <a:r>
              <a:rPr lang="ca-ES" sz="1200" dirty="0" err="1"/>
              <a:t>niveles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en ROSE y SMOTE (</a:t>
            </a:r>
            <a:r>
              <a:rPr lang="ca-ES" sz="1200" dirty="0" err="1"/>
              <a:t>previa</a:t>
            </a:r>
            <a:r>
              <a:rPr lang="ca-ES" sz="1200" dirty="0"/>
              <a:t> </a:t>
            </a:r>
            <a:r>
              <a:rPr lang="ca-ES" sz="1200" dirty="0" err="1"/>
              <a:t>dummyficación</a:t>
            </a:r>
            <a:r>
              <a:rPr lang="ca-ES" sz="1200" dirty="0"/>
              <a:t> en este </a:t>
            </a:r>
            <a:r>
              <a:rPr lang="ca-ES" sz="1200" dirty="0" err="1"/>
              <a:t>último</a:t>
            </a:r>
            <a:r>
              <a:rPr lang="ca-ES" sz="1200" dirty="0"/>
              <a:t> caso).</a:t>
            </a:r>
          </a:p>
          <a:p>
            <a:pPr marL="285750" indent="-285750" algn="just">
              <a:buFontTx/>
              <a:buChar char="-"/>
            </a:pPr>
            <a:r>
              <a:rPr lang="ca-ES" sz="1200" dirty="0"/>
              <a:t>Comparar los KPI con </a:t>
            </a:r>
            <a:r>
              <a:rPr lang="ca-ES" sz="1200" dirty="0" err="1"/>
              <a:t>nivel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</a:t>
            </a:r>
            <a:r>
              <a:rPr lang="ca-ES" sz="1200" dirty="0" err="1"/>
              <a:t>óptimo</a:t>
            </a:r>
            <a:r>
              <a:rPr lang="ca-ES" sz="1200" dirty="0"/>
              <a:t> y </a:t>
            </a:r>
            <a:r>
              <a:rPr lang="ca-ES" sz="1200" dirty="0" err="1"/>
              <a:t>sin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endParaRPr lang="ca-ES" sz="1200" dirty="0"/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Elección</a:t>
            </a:r>
            <a:r>
              <a:rPr lang="ca-ES" sz="1200" dirty="0"/>
              <a:t> del modelo </a:t>
            </a:r>
            <a:r>
              <a:rPr lang="ca-ES" sz="1200" dirty="0" err="1"/>
              <a:t>ganador</a:t>
            </a:r>
            <a:endParaRPr lang="ca-ES" sz="1200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2AFA6A3-0CFF-D941-9D7E-9D3511DEDB45}"/>
              </a:ext>
            </a:extLst>
          </p:cNvPr>
          <p:cNvSpPr txBox="1"/>
          <p:nvPr/>
        </p:nvSpPr>
        <p:spPr>
          <a:xfrm>
            <a:off x="290456" y="4681208"/>
            <a:ext cx="5379041" cy="307777"/>
          </a:xfrm>
          <a:prstGeom prst="rect">
            <a:avLst/>
          </a:prstGeom>
          <a:solidFill>
            <a:srgbClr val="FFCCC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s-ES" b="1" dirty="0">
                <a:solidFill>
                  <a:schemeClr val="tx1"/>
                </a:solidFill>
              </a:rPr>
              <a:t>La ingeniería de variables varia dependiendo del modelo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00" y="508144"/>
            <a:ext cx="7704000" cy="572700"/>
          </a:xfrm>
        </p:spPr>
        <p:txBody>
          <a:bodyPr/>
          <a:lstStyle/>
          <a:p>
            <a:r>
              <a:rPr lang="es-ES" noProof="0" dirty="0"/>
              <a:t>Árbol de </a:t>
            </a:r>
            <a:r>
              <a:rPr lang="es-ES" noProof="0" dirty="0" err="1"/>
              <a:t>desición</a:t>
            </a:r>
            <a:endParaRPr lang="es-ES" noProof="0" dirty="0"/>
          </a:p>
        </p:txBody>
      </p:sp>
      <p:graphicFrame>
        <p:nvGraphicFramePr>
          <p:cNvPr id="5" name="Tabla 4"/>
          <p:cNvGraphicFramePr>
            <a:graphicFrameLocks noGrp="1"/>
          </p:cNvGraphicFramePr>
          <p:nvPr/>
        </p:nvGraphicFramePr>
        <p:xfrm>
          <a:off x="369480" y="1499123"/>
          <a:ext cx="4427034" cy="275844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213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3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Característica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Balanceo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(ROSE: 43-57)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Umbral de </a:t>
                      </a:r>
                      <a:r>
                        <a:rPr lang="ca-ES" sz="1100" dirty="0" err="1"/>
                        <a:t>discriminación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Escalado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numéricas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Cross </a:t>
                      </a:r>
                      <a:r>
                        <a:rPr lang="ca-ES" sz="1100" dirty="0" err="1"/>
                        <a:t>Validation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(10 </a:t>
                      </a:r>
                      <a:r>
                        <a:rPr lang="ca-ES" sz="1100" dirty="0" err="1"/>
                        <a:t>folds</a:t>
                      </a:r>
                      <a:r>
                        <a:rPr lang="ca-ES" sz="11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Criterio</a:t>
                      </a:r>
                      <a:r>
                        <a:rPr lang="ca-ES" sz="1100" dirty="0"/>
                        <a:t> para dividir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Índice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Gini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936">
                <a:tc>
                  <a:txBody>
                    <a:bodyPr/>
                    <a:lstStyle/>
                    <a:p>
                      <a:r>
                        <a:rPr lang="ca-ES" sz="1100" dirty="0" err="1"/>
                        <a:t>Parámetro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complejidad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Cp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Optimizado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vía</a:t>
                      </a:r>
                      <a:r>
                        <a:rPr lang="ca-ES" sz="1100" dirty="0"/>
                        <a:t> CV=&gt; </a:t>
                      </a:r>
                      <a:r>
                        <a:rPr lang="es-ES" sz="1100" dirty="0"/>
                        <a:t>0.004039924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total de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de </a:t>
                      </a:r>
                      <a:r>
                        <a:rPr lang="ca-ES" sz="1100" dirty="0" err="1"/>
                        <a:t>hojas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Tamáño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mínimo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hoja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AutoShape 2"/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ca-ES"/>
          </a:p>
        </p:txBody>
      </p:sp>
      <p:graphicFrame>
        <p:nvGraphicFramePr>
          <p:cNvPr id="7" name="Tabla 6"/>
          <p:cNvGraphicFramePr>
            <a:graphicFrameLocks noGrp="1"/>
          </p:cNvGraphicFramePr>
          <p:nvPr/>
        </p:nvGraphicFramePr>
        <p:xfrm>
          <a:off x="5221678" y="1499119"/>
          <a:ext cx="3552842" cy="2758444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776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6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KPI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0.4870878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0.4990826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0.61678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Sprecificity_train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0.769982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0084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Specificity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0.7727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0.7365306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 descr="Tabla&#10;&#10;El contenido generado por IA puede ser incorrect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61" y="1673485"/>
            <a:ext cx="2683327" cy="2732123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746161" y="798852"/>
            <a:ext cx="291846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Las variables más importantes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demográficas</a:t>
            </a:r>
            <a:r>
              <a:rPr lang="en-GB" sz="1200" dirty="0"/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relación</a:t>
            </a:r>
            <a:r>
              <a:rPr lang="en-GB" sz="1200" dirty="0"/>
              <a:t> con </a:t>
            </a:r>
            <a:r>
              <a:rPr lang="en-GB" sz="1200" dirty="0" err="1"/>
              <a:t>el</a:t>
            </a:r>
            <a:r>
              <a:rPr lang="en-GB" sz="1200" dirty="0"/>
              <a:t> banco</a:t>
            </a:r>
            <a:endParaRPr lang="en-US" sz="1200" dirty="0"/>
          </a:p>
        </p:txBody>
      </p:sp>
      <p:pic>
        <p:nvPicPr>
          <p:cNvPr id="5" name="Picture 4" descr="A graph with red dots and blue lines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1770" y="1216660"/>
            <a:ext cx="4691896" cy="3188948"/>
          </a:xfrm>
          <a:prstGeom prst="rect">
            <a:avLst/>
          </a:prstGeom>
        </p:spPr>
      </p:pic>
      <p:pic>
        <p:nvPicPr>
          <p:cNvPr id="7" name="Picture 6" descr="A diagram of a family tree&#10;&#10;AI-generated content may be incorrect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263" y="363493"/>
            <a:ext cx="8023474" cy="455918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  <a:headEnd/>
            <a:tailEnd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Random</a:t>
            </a:r>
            <a:r>
              <a:rPr lang="es-ES" dirty="0"/>
              <a:t> Forest</a:t>
            </a:r>
            <a:br>
              <a:rPr lang="es-ES" dirty="0"/>
            </a:br>
            <a:br>
              <a:rPr lang="es-ES" dirty="0"/>
            </a:br>
            <a:endParaRPr lang="es-ES" dirty="0"/>
          </a:p>
        </p:txBody>
      </p:sp>
      <p:sp>
        <p:nvSpPr>
          <p:cNvPr id="5" name="CuadroTexto 4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  Métricas no destacables.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FAMD                   Mucho </a:t>
            </a:r>
            <a:r>
              <a:rPr lang="es-ES" dirty="0" err="1"/>
              <a:t>Overfitting</a:t>
            </a:r>
            <a:r>
              <a:rPr lang="es-ES" dirty="0"/>
              <a:t>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Balanceo de datos                    Peores que sin </a:t>
            </a:r>
            <a:r>
              <a:rPr lang="es-ES" dirty="0" err="1"/>
              <a:t>balancear+overfitting</a:t>
            </a:r>
            <a:r>
              <a:rPr lang="es-ES" dirty="0"/>
              <a:t>.</a:t>
            </a:r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 del mejor: </a:t>
            </a:r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p=0,06.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  <p:sp>
        <p:nvSpPr>
          <p:cNvPr id="6" name="Flecha: a la derecha 5"/>
          <p:cNvSpPr/>
          <p:nvPr/>
        </p:nvSpPr>
        <p:spPr>
          <a:xfrm>
            <a:off x="2248598" y="1884244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800"/>
          </a:p>
        </p:txBody>
      </p:sp>
      <p:sp>
        <p:nvSpPr>
          <p:cNvPr id="7" name="Flecha: a la derecha 6"/>
          <p:cNvSpPr/>
          <p:nvPr/>
        </p:nvSpPr>
        <p:spPr>
          <a:xfrm>
            <a:off x="2869580" y="1258739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8"/>
          <p:cNvSpPr/>
          <p:nvPr/>
        </p:nvSpPr>
        <p:spPr>
          <a:xfrm>
            <a:off x="3237570" y="2089745"/>
            <a:ext cx="735981" cy="1640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/>
          <p:cNvSpPr txBox="1"/>
          <p:nvPr/>
        </p:nvSpPr>
        <p:spPr>
          <a:xfrm>
            <a:off x="948064" y="4147552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Dataset  </a:t>
            </a:r>
            <a:r>
              <a:rPr lang="en-US" dirty="0" err="1"/>
              <a:t>Error_rate</a:t>
            </a:r>
            <a:r>
              <a:rPr lang="en-US" dirty="0"/>
              <a:t> 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F1_Score</a:t>
            </a:r>
          </a:p>
          <a:p>
            <a:pPr latinLnBrk="1"/>
            <a:r>
              <a:rPr lang="en-US" dirty="0"/>
              <a:t>1  Train2  0.2071429  0.7928571  0.500000          0.5783251      0.8489060 0.5363180</a:t>
            </a:r>
          </a:p>
          <a:p>
            <a:pPr latinLnBrk="1"/>
            <a:r>
              <a:rPr lang="en-US" dirty="0"/>
              <a:t>2   Test2  0.2200000  0.7800000  0.473161          0.5471264      0.8408408 0.5074627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XGBoost</a:t>
            </a:r>
            <a:endParaRPr lang="es-ES" dirty="0"/>
          </a:p>
        </p:txBody>
      </p:sp>
      <p:sp>
        <p:nvSpPr>
          <p:cNvPr id="6" name="CuadroTexto 5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Variable </a:t>
            </a:r>
            <a:r>
              <a:rPr lang="es-ES" dirty="0" err="1"/>
              <a:t>HasBalace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ClassWeights</a:t>
            </a:r>
            <a:endParaRPr lang="es-ES" dirty="0"/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 del mejor: </a:t>
            </a:r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p=0.26.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</p:txBody>
      </p:sp>
      <p:sp>
        <p:nvSpPr>
          <p:cNvPr id="3" name="CuadroTexto 10">
            <a:extLst>
              <a:ext uri="{FF2B5EF4-FFF2-40B4-BE49-F238E27FC236}">
                <a16:creationId xmlns:a16="http://schemas.microsoft.com/office/drawing/2014/main" id="{68CEF5D2-E329-5F80-0120-76BBF56A53B6}"/>
              </a:ext>
            </a:extLst>
          </p:cNvPr>
          <p:cNvSpPr txBox="1"/>
          <p:nvPr/>
        </p:nvSpPr>
        <p:spPr>
          <a:xfrm>
            <a:off x="1077611" y="4082402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Dataset </a:t>
            </a:r>
            <a:r>
              <a:rPr lang="en-US" dirty="0" err="1"/>
              <a:t>Error_rate</a:t>
            </a:r>
            <a:r>
              <a:rPr lang="en-US" dirty="0"/>
              <a:t>  Accuracy Precision </a:t>
            </a:r>
            <a:r>
              <a:rPr lang="en-US" dirty="0" err="1"/>
              <a:t>Recall_Sensitivity</a:t>
            </a:r>
            <a:r>
              <a:rPr lang="en-US" dirty="0"/>
              <a:t> Specificity  F1_Score</a:t>
            </a:r>
          </a:p>
          <a:p>
            <a:pPr latinLnBrk="1"/>
            <a:r>
              <a:rPr lang="en-US" dirty="0"/>
              <a:t>1  Train2  0.2793878 0.7206122 0.3940120          0.6482759   0.7395109 0.4901304</a:t>
            </a:r>
          </a:p>
          <a:p>
            <a:pPr latinLnBrk="1"/>
            <a:r>
              <a:rPr lang="en-US" dirty="0"/>
              <a:t>2   Test2  0.2900000 0.7100000 0.3788301          0.6252874   0.7321321 0.4718127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7D65A2E3-6B16-5548-48CD-3E21F6FCDFEE}"/>
              </a:ext>
            </a:extLst>
          </p:cNvPr>
          <p:cNvSpPr/>
          <p:nvPr/>
        </p:nvSpPr>
        <p:spPr>
          <a:xfrm>
            <a:off x="6216502" y="1766488"/>
            <a:ext cx="2647155" cy="16244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nrounds</a:t>
            </a:r>
            <a:r>
              <a:rPr lang="en-US" dirty="0"/>
              <a:t> = 700</a:t>
            </a:r>
          </a:p>
          <a:p>
            <a:pPr algn="ctr"/>
            <a:r>
              <a:rPr lang="en-US" dirty="0" err="1"/>
              <a:t>max_depth</a:t>
            </a:r>
            <a:r>
              <a:rPr lang="en-US" dirty="0"/>
              <a:t> = 5</a:t>
            </a:r>
          </a:p>
          <a:p>
            <a:pPr algn="ctr"/>
            <a:r>
              <a:rPr lang="en-US" dirty="0"/>
              <a:t>eta = 0.1,  gamma = 3              </a:t>
            </a:r>
            <a:r>
              <a:rPr lang="en-US" dirty="0" err="1"/>
              <a:t>colsample_bytree</a:t>
            </a:r>
            <a:r>
              <a:rPr lang="en-US" dirty="0"/>
              <a:t> = 0.8 </a:t>
            </a:r>
            <a:r>
              <a:rPr lang="en-US" dirty="0" err="1"/>
              <a:t>min_child_weight</a:t>
            </a:r>
            <a:r>
              <a:rPr lang="en-US" dirty="0"/>
              <a:t> = 1 subsample = 0.5</a:t>
            </a:r>
            <a:endParaRPr lang="es-E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GLM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857693" y="1112200"/>
            <a:ext cx="7896445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ha probado 4 enlaces: </a:t>
            </a:r>
            <a:r>
              <a:rPr lang="es-ES" dirty="0" err="1"/>
              <a:t>logit</a:t>
            </a:r>
            <a:r>
              <a:rPr lang="es-ES" dirty="0"/>
              <a:t>, </a:t>
            </a:r>
            <a:r>
              <a:rPr lang="es-ES" dirty="0" err="1"/>
              <a:t>probit</a:t>
            </a:r>
            <a:r>
              <a:rPr lang="es-ES" dirty="0"/>
              <a:t>, </a:t>
            </a:r>
            <a:r>
              <a:rPr lang="es-ES" dirty="0" err="1"/>
              <a:t>cloglog</a:t>
            </a:r>
            <a:r>
              <a:rPr lang="es-ES" dirty="0"/>
              <a:t> y </a:t>
            </a:r>
            <a:r>
              <a:rPr lang="es-ES" dirty="0" err="1"/>
              <a:t>cauchy</a:t>
            </a:r>
            <a:r>
              <a:rPr lang="es-ES" dirty="0"/>
              <a:t>.              No </a:t>
            </a:r>
            <a:r>
              <a:rPr lang="es-ES" dirty="0" err="1"/>
              <a:t>much</a:t>
            </a:r>
            <a:r>
              <a:rPr lang="es-ES" dirty="0"/>
              <a:t> </a:t>
            </a:r>
            <a:r>
              <a:rPr lang="es-ES" dirty="0" err="1"/>
              <a:t>difference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decidió quedarse con el </a:t>
            </a:r>
            <a:r>
              <a:rPr lang="es-ES" b="1" dirty="0" err="1"/>
              <a:t>probit</a:t>
            </a:r>
            <a:r>
              <a:rPr lang="es-ES" b="1" dirty="0"/>
              <a:t>.              Ligero aumento en </a:t>
            </a:r>
            <a:r>
              <a:rPr lang="es-ES" b="1" dirty="0" err="1"/>
              <a:t>recall</a:t>
            </a:r>
            <a:r>
              <a:rPr lang="es-ES" b="1" dirty="0"/>
              <a:t>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              Peor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Bootstrap i CV                 No </a:t>
            </a:r>
            <a:r>
              <a:rPr lang="es-ES" dirty="0" err="1"/>
              <a:t>difference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Variable Age^2 &amp; interacción entre </a:t>
            </a:r>
            <a:r>
              <a:rPr lang="es-ES" dirty="0" err="1"/>
              <a:t>Geography:Gender</a:t>
            </a:r>
            <a:endParaRPr lang="es-ES" dirty="0"/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               F1 MUUUUUY bajo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               No afecta en las métricas.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es: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 </a:t>
            </a:r>
            <a:endParaRPr lang="en-US" dirty="0"/>
          </a:p>
        </p:txBody>
      </p:sp>
      <p:sp>
        <p:nvSpPr>
          <p:cNvPr id="3" name="CuadroTexto 2"/>
          <p:cNvSpPr txBox="1"/>
          <p:nvPr/>
        </p:nvSpPr>
        <p:spPr>
          <a:xfrm>
            <a:off x="857693" y="4005300"/>
            <a:ext cx="723474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 Dataset </a:t>
            </a:r>
            <a:r>
              <a:rPr lang="en-US" dirty="0" err="1"/>
              <a:t>Error_rate</a:t>
            </a:r>
            <a:r>
              <a:rPr lang="en-US" dirty="0"/>
              <a:t>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 F1_Score</a:t>
            </a:r>
          </a:p>
          <a:p>
            <a:pPr latinLnBrk="1"/>
            <a:r>
              <a:rPr lang="en-US" dirty="0"/>
              <a:t>1  Train2  0.3273469  0.6726531 0.3516373       0.6876847       0.6687259   0.4653333</a:t>
            </a:r>
          </a:p>
          <a:p>
            <a:pPr latinLnBrk="1"/>
            <a:r>
              <a:rPr lang="en-US" dirty="0"/>
              <a:t>2   Test2  0.3261905  0.6738095 0.3549884       0.7034483       0.6660661   0.4718581</a:t>
            </a:r>
          </a:p>
        </p:txBody>
      </p:sp>
      <p:sp>
        <p:nvSpPr>
          <p:cNvPr id="5" name="Flecha: a la derecha 6"/>
          <p:cNvSpPr/>
          <p:nvPr/>
        </p:nvSpPr>
        <p:spPr>
          <a:xfrm>
            <a:off x="5708030" y="1181100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Flecha: a la derecha 6"/>
          <p:cNvSpPr/>
          <p:nvPr/>
        </p:nvSpPr>
        <p:spPr>
          <a:xfrm>
            <a:off x="2517155" y="1813113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Flecha: a la derecha 6"/>
          <p:cNvSpPr/>
          <p:nvPr/>
        </p:nvSpPr>
        <p:spPr>
          <a:xfrm>
            <a:off x="4060205" y="1388128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Flecha: a la derecha 6"/>
          <p:cNvSpPr/>
          <p:nvPr/>
        </p:nvSpPr>
        <p:spPr>
          <a:xfrm>
            <a:off x="2005359" y="2447804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6"/>
          <p:cNvSpPr/>
          <p:nvPr/>
        </p:nvSpPr>
        <p:spPr>
          <a:xfrm>
            <a:off x="4867953" y="2654832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Flecha: a la derecha 9"/>
          <p:cNvSpPr/>
          <p:nvPr/>
        </p:nvSpPr>
        <p:spPr>
          <a:xfrm>
            <a:off x="2910745" y="1606085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Flecha: a la derecha 6">
            <a:extLst>
              <a:ext uri="{FF2B5EF4-FFF2-40B4-BE49-F238E27FC236}">
                <a16:creationId xmlns:a16="http://schemas.microsoft.com/office/drawing/2014/main" id="{EDD7197B-0227-EE64-7382-CDDD688710A3}"/>
              </a:ext>
            </a:extLst>
          </p:cNvPr>
          <p:cNvSpPr/>
          <p:nvPr/>
        </p:nvSpPr>
        <p:spPr>
          <a:xfrm>
            <a:off x="2517154" y="2014987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092095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SVM</a:t>
            </a:r>
          </a:p>
        </p:txBody>
      </p:sp>
      <p:sp>
        <p:nvSpPr>
          <p:cNvPr id="3" name="CuadroTexto 3"/>
          <p:cNvSpPr txBox="1"/>
          <p:nvPr/>
        </p:nvSpPr>
        <p:spPr>
          <a:xfrm>
            <a:off x="1214863" y="1112200"/>
            <a:ext cx="7343995" cy="267765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i </a:t>
            </a:r>
            <a:r>
              <a:rPr lang="es-ES" dirty="0" err="1"/>
              <a:t>data_rf</a:t>
            </a:r>
            <a:r>
              <a:rPr lang="es-ES" dirty="0"/>
              <a:t>.               </a:t>
            </a:r>
            <a:r>
              <a:rPr lang="es-ES" dirty="0" err="1"/>
              <a:t>Overffit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               Mejores resultados.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Class_weigths</a:t>
            </a:r>
            <a:r>
              <a:rPr lang="es-ES" dirty="0"/>
              <a:t>              1:3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Radial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Lineal i polinomial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 err="1">
                <a:latin typeface="+mn-lt"/>
              </a:rPr>
              <a:t>Hiperparámetro</a:t>
            </a:r>
            <a:r>
              <a:rPr lang="en-US" dirty="0">
                <a:latin typeface="+mn-lt"/>
              </a:rPr>
              <a:t> tuning: Best gamma 0.02 </a:t>
            </a:r>
            <a:r>
              <a:rPr lang="en-US" dirty="0" err="1">
                <a:latin typeface="+mn-lt"/>
              </a:rPr>
              <a:t>i</a:t>
            </a:r>
            <a:r>
              <a:rPr lang="en-US" dirty="0">
                <a:latin typeface="+mn-lt"/>
              </a:rPr>
              <a:t> Cost=10.</a:t>
            </a:r>
            <a:endParaRPr lang="es-ES" dirty="0">
              <a:latin typeface="+mn-lt"/>
            </a:endParaRP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</a:t>
            </a:r>
            <a:endParaRPr lang="en-US" dirty="0"/>
          </a:p>
        </p:txBody>
      </p:sp>
      <p:sp>
        <p:nvSpPr>
          <p:cNvPr id="5" name="Flecha: a la derecha 6"/>
          <p:cNvSpPr/>
          <p:nvPr/>
        </p:nvSpPr>
        <p:spPr>
          <a:xfrm>
            <a:off x="2874082" y="1403027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6" name="Flecha: a la derecha 6"/>
          <p:cNvSpPr/>
          <p:nvPr/>
        </p:nvSpPr>
        <p:spPr>
          <a:xfrm>
            <a:off x="2874083" y="1599293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CuadroTexto 10"/>
          <p:cNvSpPr txBox="1"/>
          <p:nvPr/>
        </p:nvSpPr>
        <p:spPr>
          <a:xfrm>
            <a:off x="992551" y="3820133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Dataset </a:t>
            </a:r>
            <a:r>
              <a:rPr lang="en-US" dirty="0" err="1"/>
              <a:t>Error_rate</a:t>
            </a:r>
            <a:r>
              <a:rPr lang="en-US" dirty="0"/>
              <a:t>  Accuracy Precision </a:t>
            </a:r>
            <a:r>
              <a:rPr lang="en-US" dirty="0" err="1"/>
              <a:t>Recall_Sensitivity</a:t>
            </a:r>
            <a:r>
              <a:rPr lang="en-US" dirty="0"/>
              <a:t> Specificity  F1_Score</a:t>
            </a:r>
          </a:p>
          <a:p>
            <a:pPr latinLnBrk="1"/>
            <a:r>
              <a:rPr lang="en-US" dirty="0"/>
              <a:t>1  Train2  0.2793878 0.7206122 0.3940120          0.6482759   0.7395109 0.4901304</a:t>
            </a:r>
          </a:p>
          <a:p>
            <a:pPr latinLnBrk="1"/>
            <a:r>
              <a:rPr lang="en-US" dirty="0"/>
              <a:t>2   Test2  0.2900000 0.7100000 0.3788301          0.6252874   0.7321321 0.4718127</a:t>
            </a:r>
          </a:p>
        </p:txBody>
      </p:sp>
      <p:sp>
        <p:nvSpPr>
          <p:cNvPr id="7" name="Flecha: a la derecha 6"/>
          <p:cNvSpPr/>
          <p:nvPr/>
        </p:nvSpPr>
        <p:spPr>
          <a:xfrm>
            <a:off x="3984049" y="1160134"/>
            <a:ext cx="51179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227913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Asignaciones del AR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570155" y="1308516"/>
            <a:ext cx="800368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en-US" dirty="0">
                <a:latin typeface="Lucida Console" panose="020B0609040504020204" pitchFamily="49" charset="0"/>
              </a:rPr>
              <a:t>🤔</a:t>
            </a:r>
            <a:r>
              <a:rPr lang="en-US" dirty="0">
                <a:latin typeface="+mn-lt"/>
              </a:rPr>
              <a:t>​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Se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intentó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forzar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las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reglas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para Exited=1 con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confianza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minima de 0.5</a:t>
            </a:r>
          </a:p>
          <a:p>
            <a:pPr latinLnBrk="1"/>
            <a:r>
              <a:rPr lang="es-ES" dirty="0"/>
              <a:t>❌​</a:t>
            </a:r>
            <a:r>
              <a:rPr lang="en-US" dirty="0">
                <a:latin typeface="+mn-lt"/>
              </a:rPr>
              <a:t>Los </a:t>
            </a:r>
            <a:r>
              <a:rPr lang="en-US" dirty="0" err="1">
                <a:latin typeface="+mn-lt"/>
              </a:rPr>
              <a:t>resultados</a:t>
            </a:r>
            <a:r>
              <a:rPr lang="en-US" dirty="0">
                <a:latin typeface="+mn-lt"/>
              </a:rPr>
              <a:t> no </a:t>
            </a:r>
            <a:r>
              <a:rPr lang="en-US" dirty="0" err="1">
                <a:latin typeface="+mn-lt"/>
              </a:rPr>
              <a:t>mejoraban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el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modelo</a:t>
            </a:r>
            <a:r>
              <a:rPr lang="en-US" dirty="0">
                <a:latin typeface="+mn-lt"/>
              </a:rPr>
              <a:t> sin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.</a:t>
            </a:r>
          </a:p>
          <a:p>
            <a:pPr algn="l" latinLnBrk="1">
              <a:buNone/>
            </a:pPr>
            <a:endParaRPr lang="en-US" dirty="0">
              <a:latin typeface="+mn-lt"/>
            </a:endParaRPr>
          </a:p>
          <a:p>
            <a:pPr latinLnBrk="1"/>
            <a:r>
              <a:rPr lang="en-US" dirty="0">
                <a:latin typeface="+mn-lt"/>
              </a:rPr>
              <a:t>🤔​Se </a:t>
            </a:r>
            <a:r>
              <a:rPr lang="en-US" dirty="0" err="1">
                <a:latin typeface="+mn-lt"/>
              </a:rPr>
              <a:t>intentó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 las </a:t>
            </a:r>
            <a:r>
              <a:rPr lang="en-US" dirty="0" err="1">
                <a:latin typeface="+mn-lt"/>
              </a:rPr>
              <a:t>reglas</a:t>
            </a:r>
            <a:r>
              <a:rPr lang="en-US" dirty="0">
                <a:latin typeface="+mn-lt"/>
              </a:rPr>
              <a:t> para Exited=0 con </a:t>
            </a:r>
            <a:r>
              <a:rPr lang="en-US" dirty="0" err="1">
                <a:latin typeface="+mn-lt"/>
              </a:rPr>
              <a:t>confianza</a:t>
            </a:r>
            <a:r>
              <a:rPr lang="en-US" dirty="0">
                <a:latin typeface="+mn-lt"/>
              </a:rPr>
              <a:t> de 1</a:t>
            </a:r>
          </a:p>
          <a:p>
            <a:pPr latinLnBrk="1"/>
            <a:r>
              <a:rPr lang="es-ES" dirty="0"/>
              <a:t>❌​</a:t>
            </a:r>
            <a:r>
              <a:rPr lang="en-US" dirty="0">
                <a:latin typeface="+mn-lt"/>
              </a:rPr>
              <a:t>Los </a:t>
            </a:r>
            <a:r>
              <a:rPr lang="en-US" dirty="0" err="1">
                <a:latin typeface="+mn-lt"/>
              </a:rPr>
              <a:t>resultados</a:t>
            </a:r>
            <a:r>
              <a:rPr lang="en-US" dirty="0">
                <a:latin typeface="+mn-lt"/>
              </a:rPr>
              <a:t> no </a:t>
            </a:r>
            <a:r>
              <a:rPr lang="en-US" dirty="0" err="1">
                <a:latin typeface="+mn-lt"/>
              </a:rPr>
              <a:t>mejoraban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el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modelo</a:t>
            </a:r>
            <a:r>
              <a:rPr lang="en-US" dirty="0">
                <a:latin typeface="+mn-lt"/>
              </a:rPr>
              <a:t> sin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.</a:t>
            </a:r>
          </a:p>
          <a:p>
            <a:pPr algn="l" latinLnBrk="1">
              <a:buNone/>
            </a:pPr>
            <a:endParaRPr lang="en-US" dirty="0">
              <a:latin typeface="+mn-lt"/>
            </a:endParaRPr>
          </a:p>
          <a:p>
            <a:pPr latinLnBrk="1"/>
            <a:r>
              <a:rPr lang="es-ES" dirty="0">
                <a:latin typeface="+mn-lt"/>
              </a:rPr>
              <a:t>​</a:t>
            </a:r>
            <a:r>
              <a:rPr lang="en-US" dirty="0">
                <a:latin typeface="Lucida Console" panose="020B0609040504020204" pitchFamily="49" charset="0"/>
              </a:rPr>
              <a:t>🤔 </a:t>
            </a:r>
            <a:r>
              <a:rPr lang="es-ES" b="0" i="0" dirty="0">
                <a:solidFill>
                  <a:srgbClr val="000000"/>
                </a:solidFill>
                <a:effectLst/>
                <a:latin typeface="+mn-lt"/>
              </a:rPr>
              <a:t>Se intentó forzar las reglas para ambos </a:t>
            </a:r>
            <a:r>
              <a:rPr lang="es-ES" b="0" i="0" dirty="0" err="1">
                <a:solidFill>
                  <a:srgbClr val="000000"/>
                </a:solidFill>
                <a:effectLst/>
                <a:latin typeface="+mn-lt"/>
              </a:rPr>
              <a:t>Exited</a:t>
            </a:r>
            <a:r>
              <a:rPr lang="es-ES" b="0" i="0" dirty="0">
                <a:solidFill>
                  <a:srgbClr val="000000"/>
                </a:solidFill>
                <a:effectLst/>
                <a:latin typeface="+mn-lt"/>
              </a:rPr>
              <a:t> a la vez</a:t>
            </a:r>
          </a:p>
          <a:p>
            <a:pPr latinLnBrk="1"/>
            <a:r>
              <a:rPr lang="es-ES" dirty="0"/>
              <a:t>❌​</a:t>
            </a:r>
            <a:r>
              <a:rPr lang="es-ES" dirty="0">
                <a:latin typeface="+mn-lt"/>
              </a:rPr>
              <a:t>Los resultados no mejoraban el modelo sin forzar.</a:t>
            </a:r>
          </a:p>
          <a:p>
            <a:pPr algn="l" latinLnBrk="1">
              <a:buNone/>
            </a:pPr>
            <a:endParaRPr lang="en-US" b="0" i="0" dirty="0">
              <a:solidFill>
                <a:srgbClr val="000000"/>
              </a:solidFill>
              <a:effectLst/>
              <a:latin typeface="Lucida Console" panose="020B0609040504020204" pitchFamily="49" charset="0"/>
            </a:endParaRPr>
          </a:p>
        </p:txBody>
      </p:sp>
      <p:pic>
        <p:nvPicPr>
          <p:cNvPr id="5" name="Imagen 4" descr="Texto&#10;&#10;El contenido generado por IA puede ser incorrecto.">
            <a:extLst>
              <a:ext uri="{FF2B5EF4-FFF2-40B4-BE49-F238E27FC236}">
                <a16:creationId xmlns:a16="http://schemas.microsoft.com/office/drawing/2014/main" id="{5B1A6E1F-205A-7C02-8B53-9529FF9DA9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155" y="3734549"/>
            <a:ext cx="2314898" cy="514422"/>
          </a:xfrm>
          <a:prstGeom prst="rect">
            <a:avLst/>
          </a:prstGeom>
        </p:spPr>
      </p:pic>
      <p:sp>
        <p:nvSpPr>
          <p:cNvPr id="7" name="Flecha: en U 6">
            <a:extLst>
              <a:ext uri="{FF2B5EF4-FFF2-40B4-BE49-F238E27FC236}">
                <a16:creationId xmlns:a16="http://schemas.microsoft.com/office/drawing/2014/main" id="{F5F935F0-4E2A-B9DC-3C3D-B616D5858440}"/>
              </a:ext>
            </a:extLst>
          </p:cNvPr>
          <p:cNvSpPr/>
          <p:nvPr/>
        </p:nvSpPr>
        <p:spPr>
          <a:xfrm rot="16200000" flipH="1">
            <a:off x="-290280" y="3238229"/>
            <a:ext cx="1291327" cy="429543"/>
          </a:xfrm>
          <a:prstGeom prst="utur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doblada 7">
            <a:extLst>
              <a:ext uri="{FF2B5EF4-FFF2-40B4-BE49-F238E27FC236}">
                <a16:creationId xmlns:a16="http://schemas.microsoft.com/office/drawing/2014/main" id="{DD0179D1-4BE4-1C16-5DF2-A33E3F1CA8B0}"/>
              </a:ext>
            </a:extLst>
          </p:cNvPr>
          <p:cNvSpPr/>
          <p:nvPr/>
        </p:nvSpPr>
        <p:spPr>
          <a:xfrm rot="5400000">
            <a:off x="5900773" y="2113674"/>
            <a:ext cx="698840" cy="688489"/>
          </a:xfrm>
          <a:prstGeom prst="ben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679F0633-3CE4-ABF2-A4A9-A1B8440369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7914" y="4118269"/>
            <a:ext cx="3855473" cy="657317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6A9DE666-AD88-7D6F-9EC7-8D174610DD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7914" y="2948105"/>
            <a:ext cx="3855473" cy="504895"/>
          </a:xfrm>
          <a:prstGeom prst="rect">
            <a:avLst/>
          </a:prstGeom>
        </p:spPr>
      </p:pic>
      <p:sp>
        <p:nvSpPr>
          <p:cNvPr id="15" name="Flecha: hacia abajo 14">
            <a:extLst>
              <a:ext uri="{FF2B5EF4-FFF2-40B4-BE49-F238E27FC236}">
                <a16:creationId xmlns:a16="http://schemas.microsoft.com/office/drawing/2014/main" id="{B7DA6751-9CEB-3BDA-6CF7-743678CB396A}"/>
              </a:ext>
            </a:extLst>
          </p:cNvPr>
          <p:cNvSpPr/>
          <p:nvPr/>
        </p:nvSpPr>
        <p:spPr>
          <a:xfrm>
            <a:off x="6258949" y="3499284"/>
            <a:ext cx="429543" cy="5727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Mejores modelos i métodos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1006548" y="1412749"/>
            <a:ext cx="787518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Tabla comparativa</a:t>
            </a:r>
          </a:p>
          <a:p>
            <a:r>
              <a:rPr lang="es-ES" dirty="0"/>
              <a:t>(</a:t>
            </a:r>
            <a:r>
              <a:rPr lang="es-ES" dirty="0" err="1"/>
              <a:t>Diria</a:t>
            </a:r>
            <a:r>
              <a:rPr lang="es-ES" dirty="0"/>
              <a:t>)</a:t>
            </a:r>
            <a:r>
              <a:rPr lang="es-ES" dirty="0" err="1"/>
              <a:t>Preferibelmente</a:t>
            </a:r>
            <a:r>
              <a:rPr lang="es-ES" dirty="0"/>
              <a:t> el </a:t>
            </a:r>
            <a:r>
              <a:rPr lang="es-ES" dirty="0" err="1"/>
              <a:t>XGBoost</a:t>
            </a:r>
            <a:r>
              <a:rPr lang="es-ES" dirty="0"/>
              <a:t>, buenos (mejores) resultados ( mayor </a:t>
            </a:r>
            <a:r>
              <a:rPr lang="es-ES" dirty="0" err="1"/>
              <a:t>recal?l</a:t>
            </a:r>
            <a:r>
              <a:rPr lang="es-ES" dirty="0"/>
              <a:t>) , </a:t>
            </a:r>
            <a:r>
              <a:rPr lang="es-ES" b="1" dirty="0"/>
              <a:t>computacionalmente menos costoso.</a:t>
            </a:r>
          </a:p>
          <a:p>
            <a:r>
              <a:rPr lang="es-ES" b="1" dirty="0"/>
              <a:t> f1 similar, mirar </a:t>
            </a:r>
            <a:r>
              <a:rPr lang="es-ES" b="1" dirty="0" err="1"/>
              <a:t>besst</a:t>
            </a:r>
            <a:r>
              <a:rPr lang="es-ES" b="1" dirty="0"/>
              <a:t> </a:t>
            </a:r>
            <a:r>
              <a:rPr lang="es-ES" b="1" dirty="0" err="1"/>
              <a:t>recall</a:t>
            </a:r>
            <a:r>
              <a:rPr lang="es-ES" b="1" dirty="0"/>
              <a:t> i mas estable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050E9-5105-6D2F-6947-50C6CF01F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4E8F24-AF72-DFA5-9CAE-072E2FD20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Conclusiones</a:t>
            </a:r>
          </a:p>
        </p:txBody>
      </p:sp>
    </p:spTree>
    <p:extLst>
      <p:ext uri="{BB962C8B-B14F-4D97-AF65-F5344CB8AC3E}">
        <p14:creationId xmlns:p14="http://schemas.microsoft.com/office/powerpoint/2010/main" val="3373186615"/>
      </p:ext>
    </p:extLst>
  </p:cSld>
  <p:clrMapOvr>
    <a:masterClrMapping/>
  </p:clrMapOvr>
</p:sld>
</file>

<file path=ppt/theme/theme1.xml><?xml version="1.0" encoding="utf-8"?>
<a:theme xmlns:a="http://schemas.openxmlformats.org/drawingml/2006/main" name="Cycle Diagrams Theme for a Business Plan by Slidesgo">
  <a:themeElements>
    <a:clrScheme name="Simple Light">
      <a:dk1>
        <a:srgbClr val="1B1B1B"/>
      </a:dk1>
      <a:lt1>
        <a:srgbClr val="FAFAFA"/>
      </a:lt1>
      <a:dk2>
        <a:srgbClr val="374768"/>
      </a:dk2>
      <a:lt2>
        <a:srgbClr val="43567F"/>
      </a:lt2>
      <a:accent1>
        <a:srgbClr val="9BACCA"/>
      </a:accent1>
      <a:accent2>
        <a:srgbClr val="C2CDE5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B1B1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90</TotalTime>
  <Words>1145</Words>
  <Application>Microsoft Office PowerPoint</Application>
  <PresentationFormat>Presentación en pantalla (16:9)</PresentationFormat>
  <Paragraphs>186</Paragraphs>
  <Slides>13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23" baseType="lpstr">
      <vt:lpstr>Wingdings</vt:lpstr>
      <vt:lpstr>Libre Franklin</vt:lpstr>
      <vt:lpstr>Fira Sans Extra Condensed Medium</vt:lpstr>
      <vt:lpstr>Poppins</vt:lpstr>
      <vt:lpstr>Roboto</vt:lpstr>
      <vt:lpstr>Arial Black</vt:lpstr>
      <vt:lpstr>Arial</vt:lpstr>
      <vt:lpstr>Didact Gothic</vt:lpstr>
      <vt:lpstr>Lucida Console</vt:lpstr>
      <vt:lpstr>Cycle Diagrams Theme for a Business Plan by Slidesgo</vt:lpstr>
      <vt:lpstr>Modelo de clasificación  GRUPO 5</vt:lpstr>
      <vt:lpstr>ENTENDIMIENTO DE NEGOCIO</vt:lpstr>
      <vt:lpstr>FRAMEWORK METODOLÓGICO</vt:lpstr>
      <vt:lpstr>PREPARACIÓN PARA EL MODELADO</vt:lpstr>
      <vt:lpstr>Árbol de desición</vt:lpstr>
      <vt:lpstr>Presentación de PowerPoint</vt:lpstr>
      <vt:lpstr>Random Forest  </vt:lpstr>
      <vt:lpstr>XGBoost</vt:lpstr>
      <vt:lpstr>GLM</vt:lpstr>
      <vt:lpstr>SVM</vt:lpstr>
      <vt:lpstr>Asignaciones del AR</vt:lpstr>
      <vt:lpstr>Mejores modelos i métodos</vt:lpstr>
      <vt:lpstr>Conclusiones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de clasificación  GRUPO 5</dc:title>
  <dc:creator>Mario Aragón Valderrama</dc:creator>
  <cp:lastModifiedBy>Mario Aragón Valderrama</cp:lastModifiedBy>
  <cp:revision>31</cp:revision>
  <dcterms:created xsi:type="dcterms:W3CDTF">2025-12-15T06:46:00Z</dcterms:created>
  <dcterms:modified xsi:type="dcterms:W3CDTF">2025-12-17T20:56:25Z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060FF5A1F8DE40999C85C594E7927946_12</vt:lpwstr>
  </property>
  <property fmtid="{D5CDD505-2E9C-101B-9397-08002B2CF9AE}" pid="3" name="KSOProductBuildVer">
    <vt:lpwstr>2052-12.1.0.24034</vt:lpwstr>
  </property>
</Properties>
</file>