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272" r:id="rId4"/>
    <p:sldId id="269" r:id="rId5"/>
    <p:sldId id="293" r:id="rId6"/>
    <p:sldId id="299" r:id="rId7"/>
    <p:sldId id="301" r:id="rId8"/>
    <p:sldId id="296" r:id="rId9"/>
    <p:sldId id="302" r:id="rId10"/>
    <p:sldId id="303" r:id="rId11"/>
    <p:sldId id="308" r:id="rId12"/>
    <p:sldId id="305" r:id="rId13"/>
    <p:sldId id="309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</p:embeddedFont>
    <p:embeddedFont>
      <p:font typeface="Roboto" panose="020000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108" d="100"/>
          <a:sy n="108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1:55:30.187" v="1684" actId="1076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dirty="0" err="1"/>
              <a:t>Caracteristicas</a:t>
            </a:r>
            <a:r>
              <a:rPr lang="es-ES" sz="1600" dirty="0"/>
              <a:t> del mejor: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269162" y="2055251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66</TotalTime>
  <Words>1131</Words>
  <Application>Microsoft Office PowerPoint</Application>
  <PresentationFormat>Presentación en pantalla (16:9)</PresentationFormat>
  <Paragraphs>186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Fira Sans Extra Condensed Medium</vt:lpstr>
      <vt:lpstr>Libre Franklin</vt:lpstr>
      <vt:lpstr>Wingdings</vt:lpstr>
      <vt:lpstr>Roboto</vt:lpstr>
      <vt:lpstr>Arial Black</vt:lpstr>
      <vt:lpstr>Didact Gothic</vt:lpstr>
      <vt:lpstr>Poppins</vt:lpstr>
      <vt:lpstr>Arial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29</cp:revision>
  <dcterms:created xsi:type="dcterms:W3CDTF">2025-12-15T06:46:00Z</dcterms:created>
  <dcterms:modified xsi:type="dcterms:W3CDTF">2025-12-17T22:23:12Z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