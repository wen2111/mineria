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311" r:id="rId4"/>
    <p:sldId id="269" r:id="rId5"/>
    <p:sldId id="293" r:id="rId6"/>
    <p:sldId id="299" r:id="rId7"/>
    <p:sldId id="301" r:id="rId8"/>
    <p:sldId id="296" r:id="rId9"/>
    <p:sldId id="309" r:id="rId10"/>
    <p:sldId id="308" r:id="rId11"/>
    <p:sldId id="304" r:id="rId12"/>
    <p:sldId id="305" r:id="rId13"/>
    <p:sldId id="306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44:14.807" v="1685" actId="1076"/>
      <pc:docMkLst>
        <pc:docMk/>
      </pc:docMkLst>
      <pc:sldChg chg="addSp delSp modSp add del mod">
        <pc:chgData name="Mario Aragón Valderrama" userId="ab42593c9091a3c7" providerId="LiveId" clId="{A94EC9C8-FC2E-45B4-829C-AEB6B286F687}" dt="2025-12-17T20:55:32.260" v="1636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delSp modSp mod">
        <pc:chgData name="Mario Aragón Valderrama" userId="ab42593c9091a3c7" providerId="LiveId" clId="{A94EC9C8-FC2E-45B4-829C-AEB6B286F687}" dt="2025-12-17T21:44:14.807" v="1685" actId="1076"/>
        <pc:sldMkLst>
          <pc:docMk/>
          <pc:sldMk cId="0" sldId="296"/>
        </pc:sldMkLst>
        <pc:spChg chg="mod">
          <ac:chgData name="Mario Aragón Valderrama" userId="ab42593c9091a3c7" providerId="LiveId" clId="{A94EC9C8-FC2E-45B4-829C-AEB6B286F687}" dt="2025-12-17T21:44:14.807" v="1685" actId="1076"/>
          <ac:spMkLst>
            <pc:docMk/>
            <pc:sldMk cId="0" sldId="296"/>
            <ac:spMk id="3" creationId="{68CEF5D2-E329-5F80-0120-76BBF56A53B6}"/>
          </ac:spMkLst>
        </pc:spChg>
        <pc:spChg chg="del">
          <ac:chgData name="Mario Aragón Valderrama" userId="ab42593c9091a3c7" providerId="LiveId" clId="{A94EC9C8-FC2E-45B4-829C-AEB6B286F687}" dt="2025-12-17T21:43:44.274" v="1683" actId="478"/>
          <ac:spMkLst>
            <pc:docMk/>
            <pc:sldMk cId="0" sldId="296"/>
            <ac:spMk id="5" creationId="{7D65A2E3-6B16-5548-48CD-3E21F6FCDFEE}"/>
          </ac:spMkLst>
        </pc:spChg>
      </pc:sldChg>
      <pc:sldChg chg="modSp add del mod">
        <pc:chgData name="Mario Aragón Valderrama" userId="ab42593c9091a3c7" providerId="LiveId" clId="{A94EC9C8-FC2E-45B4-829C-AEB6B286F687}" dt="2025-12-17T21:01:39.326" v="1643" actId="1076"/>
        <pc:sldMkLst>
          <pc:docMk/>
          <pc:sldMk cId="0" sldId="304"/>
        </pc:sldMkLst>
        <pc:spChg chg="mod">
          <ac:chgData name="Mario Aragón Valderrama" userId="ab42593c9091a3c7" providerId="LiveId" clId="{A94EC9C8-FC2E-45B4-829C-AEB6B286F687}" dt="2025-12-17T21:01:37.714" v="1642" actId="14100"/>
          <ac:spMkLst>
            <pc:docMk/>
            <pc:sldMk cId="0" sldId="304"/>
            <ac:spMk id="8" creationId="{DD0179D1-4BE4-1C16-5DF2-A33E3F1CA8B0}"/>
          </ac:spMkLst>
        </pc:spChg>
        <pc:spChg chg="mod">
          <ac:chgData name="Mario Aragón Valderrama" userId="ab42593c9091a3c7" providerId="LiveId" clId="{A94EC9C8-FC2E-45B4-829C-AEB6B286F687}" dt="2025-12-17T21:01:39.326" v="1643" actId="1076"/>
          <ac:spMkLst>
            <pc:docMk/>
            <pc:sldMk cId="0" sldId="304"/>
            <ac:spMk id="15" creationId="{B7DA6751-9CEB-3BDA-6CF7-743678CB396A}"/>
          </ac:spMkLst>
        </pc:spChg>
      </pc:sldChg>
      <pc:sldChg chg="addSp delSp modSp new del mod">
        <pc:chgData name="Mario Aragón Valderrama" userId="ab42593c9091a3c7" providerId="LiveId" clId="{A94EC9C8-FC2E-45B4-829C-AEB6B286F687}" dt="2025-12-17T20:55:03.859" v="1634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modSp add mod">
        <pc:chgData name="Mario Aragón Valderrama" userId="ab42593c9091a3c7" providerId="LiveId" clId="{A94EC9C8-FC2E-45B4-829C-AEB6B286F687}" dt="2025-12-17T21:19:36.089" v="1670" actId="20577"/>
        <pc:sldMkLst>
          <pc:docMk/>
          <pc:sldMk cId="3136901332" sldId="306"/>
        </pc:sldMkLst>
        <pc:spChg chg="mod">
          <ac:chgData name="Mario Aragón Valderrama" userId="ab42593c9091a3c7" providerId="LiveId" clId="{A94EC9C8-FC2E-45B4-829C-AEB6B286F687}" dt="2025-12-17T21:19:36.089" v="1670" actId="20577"/>
          <ac:spMkLst>
            <pc:docMk/>
            <pc:sldMk cId="3136901332" sldId="306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7T21:19:34.273" v="1669" actId="20577"/>
          <ac:spMkLst>
            <pc:docMk/>
            <pc:sldMk cId="3136901332" sldId="306"/>
            <ac:spMk id="7" creationId="{55E8F95C-A3E1-0BA0-CC97-91F9F0882BF3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del mod">
        <pc:chgData name="Mario Aragón Valderrama" userId="ab42593c9091a3c7" providerId="LiveId" clId="{A94EC9C8-FC2E-45B4-829C-AEB6B286F687}" dt="2025-12-17T21:18:53.027" v="1644" actId="47"/>
        <pc:sldMkLst>
          <pc:docMk/>
          <pc:sldMk cId="3373186615" sldId="310"/>
        </pc:sldMkLst>
        <pc:spChg chg="mod">
          <ac:chgData name="Mario Aragón Valderrama" userId="ab42593c9091a3c7" providerId="LiveId" clId="{A94EC9C8-FC2E-45B4-829C-AEB6B286F687}" dt="2025-12-17T20:56:04.907" v="1640" actId="20577"/>
          <ac:spMkLst>
            <pc:docMk/>
            <pc:sldMk cId="3373186615" sldId="310"/>
            <ac:spMk id="2" creationId="{744E8F24-AF72-DFA5-9CAE-072E2FD20465}"/>
          </ac:spMkLst>
        </pc:spChg>
      </pc:sldChg>
      <pc:sldChg chg="modSp">
        <pc:chgData name="Mario Aragón Valderrama" userId="ab42593c9091a3c7" providerId="LiveId" clId="{A94EC9C8-FC2E-45B4-829C-AEB6B286F687}" dt="2025-12-17T21:32:57.547" v="1674"/>
        <pc:sldMkLst>
          <pc:docMk/>
          <pc:sldMk cId="0" sldId="311"/>
        </pc:sldMkLst>
        <pc:graphicFrameChg chg="mod">
          <ac:chgData name="Mario Aragón Valderrama" userId="ab42593c9091a3c7" providerId="LiveId" clId="{A94EC9C8-FC2E-45B4-829C-AEB6B286F687}" dt="2025-12-17T21:32:57.547" v="1674"/>
          <ac:graphicFrameMkLst>
            <pc:docMk/>
            <pc:sldMk cId="0" sldId="311"/>
            <ac:graphicFrameMk id="3" creationId="{82F91AD5-889D-682F-0188-17811BDC62E6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gif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gif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48000" b="-48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48000" b="-4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692616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03205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6927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AFA6A3-0CFF-D941-9D7E-9D3511DEDB45}"/>
              </a:ext>
            </a:extLst>
          </p:cNvPr>
          <p:cNvSpPr txBox="1"/>
          <p:nvPr/>
        </p:nvSpPr>
        <p:spPr>
          <a:xfrm>
            <a:off x="290456" y="4681208"/>
            <a:ext cx="5379041" cy="307777"/>
          </a:xfrm>
          <a:prstGeom prst="rect">
            <a:avLst/>
          </a:prstGeom>
          <a:solidFill>
            <a:srgbClr val="FFCC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La ingeniería de variables varia dependiendo del modelo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2329952" y="4071645"/>
            <a:ext cx="4484093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 Accuracy Precision    Recall  F1_Score</a:t>
            </a:r>
          </a:p>
          <a:p>
            <a:pPr latinLnBrk="1"/>
            <a:r>
              <a:rPr lang="en-US" dirty="0"/>
              <a:t>   Train2 0.7224490 0.3984632 0.7333333 0.5163585</a:t>
            </a:r>
          </a:p>
          <a:p>
            <a:pPr latinLnBrk="1"/>
            <a:r>
              <a:rPr lang="en-US" dirty="0"/>
              <a:t>   Test2 0.7085714 0.4025641 0.6826087 0.5064516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461854" y="1789263"/>
            <a:ext cx="1470021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196864" y="3453000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artificialmente.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27048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 filas). Posible vía de mejora: aumentar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93</TotalTime>
  <Words>1161</Words>
  <Application>Microsoft Office PowerPoint</Application>
  <PresentationFormat>Presentación en pantalla (16:9)</PresentationFormat>
  <Paragraphs>187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Didact Gothic</vt:lpstr>
      <vt:lpstr>Arial Black</vt:lpstr>
      <vt:lpstr>Libre Franklin</vt:lpstr>
      <vt:lpstr>Fira Sans Extra Condensed Medium</vt:lpstr>
      <vt:lpstr>Poppins</vt:lpstr>
      <vt:lpstr>Arial</vt:lpstr>
      <vt:lpstr>Lucida Console</vt:lpstr>
      <vt:lpstr>Roboto</vt:lpstr>
      <vt:lpstr>Wingdings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31</cp:revision>
  <dcterms:created xsi:type="dcterms:W3CDTF">2025-12-15T06:46:00Z</dcterms:created>
  <dcterms:modified xsi:type="dcterms:W3CDTF">2025-12-17T21:44:16Z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