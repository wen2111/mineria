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85" r:id="rId2"/>
    <p:sldId id="270" r:id="rId3"/>
    <p:sldId id="272" r:id="rId4"/>
    <p:sldId id="306" r:id="rId5"/>
    <p:sldId id="307" r:id="rId6"/>
    <p:sldId id="269" r:id="rId7"/>
    <p:sldId id="293" r:id="rId8"/>
    <p:sldId id="299" r:id="rId9"/>
    <p:sldId id="301" r:id="rId10"/>
    <p:sldId id="296" r:id="rId11"/>
    <p:sldId id="309" r:id="rId12"/>
    <p:sldId id="308" r:id="rId13"/>
    <p:sldId id="304" r:id="rId14"/>
    <p:sldId id="305" r:id="rId15"/>
    <p:sldId id="310" r:id="rId16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8"/>
    </p:embeddedFont>
    <p:embeddedFont>
      <p:font typeface="Didact Gothic" panose="00000500000000000000" pitchFamily="2" charset="0"/>
      <p:regular r:id="rId19"/>
    </p:embeddedFont>
    <p:embeddedFont>
      <p:font typeface="Libre Franklin" pitchFamily="2" charset="0"/>
      <p:regular r:id="rId20"/>
      <p:bold r:id="rId21"/>
      <p:italic r:id="rId22"/>
      <p:boldItalic r:id="rId23"/>
    </p:embeddedFont>
    <p:embeddedFont>
      <p:font typeface="Lucida Console" panose="020B0609040504020204" pitchFamily="49" charset="0"/>
      <p:regular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Roboto" panose="020000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84" d="100"/>
          <a:sy n="84" d="100"/>
        </p:scale>
        <p:origin x="9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commentAuthors" Target="commentAuthors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18:30:30.702" v="1633" actId="404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delSp modSp new mod">
        <pc:chgData name="Mario Aragón Valderrama" userId="ab42593c9091a3c7" providerId="LiveId" clId="{A94EC9C8-FC2E-45B4-829C-AEB6B286F687}" dt="2025-12-17T18:03:32.484" v="556" actId="21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GLM – </a:t>
          </a:r>
          <a:r>
            <a:rPr lang="es-ES" sz="1000" dirty="0"/>
            <a:t>Mario, Melissa, </a:t>
          </a:r>
          <a:r>
            <a:rPr lang="es-ES" sz="1000" dirty="0" err="1"/>
            <a:t>Wenjia</a:t>
          </a:r>
          <a:endParaRPr lang="es-ES" sz="1000" dirty="0"/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4" custScaleY="71211"/>
      <dgm:spPr/>
    </dgm:pt>
    <dgm:pt modelId="{EF2D8EC3-8FE2-4E7C-B86A-83EDAF07162F}" type="pres">
      <dgm:prSet presAssocID="{C9F99139-B66D-4219-861A-3EA127D493C0}" presName="img" presStyleLbl="fgImgPlace1" presStyleIdx="0" presStyleCnt="4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4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4" custScaleY="72558"/>
      <dgm:spPr/>
    </dgm:pt>
    <dgm:pt modelId="{C9E8AD8B-B134-4129-BD9A-C060E9DACAFC}" type="pres">
      <dgm:prSet presAssocID="{B0A54B65-E829-4553-8B45-B4EBDAF3C233}" presName="img" presStyleLbl="fgImgPlace1" presStyleIdx="1" presStyleCnt="4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4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4" custScaleY="130909"/>
      <dgm:spPr/>
    </dgm:pt>
    <dgm:pt modelId="{D306C488-315E-46F7-B989-FFF5212BF6E2}" type="pres">
      <dgm:prSet presAssocID="{EBF196C3-A6DB-42DE-B168-0612EDF03693}" presName="img" presStyleLbl="fgImgPlace1" presStyleIdx="2" presStyleCnt="4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4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4"/>
      <dgm:spPr/>
    </dgm:pt>
    <dgm:pt modelId="{D58F51A8-C9AC-49A7-BF07-49E56398E46B}" type="pres">
      <dgm:prSet presAssocID="{D3DB2985-286F-4E1B-A3EF-B67DCD1C08F6}" presName="img" presStyleLbl="fgImgPlace1" presStyleIdx="3" presStyleCnt="4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4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51261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GLM – </a:t>
          </a:r>
          <a:r>
            <a:rPr lang="es-ES" sz="1000" kern="1200" dirty="0"/>
            <a:t>Mario, Melissa, </a:t>
          </a:r>
          <a:r>
            <a:rPr lang="es-ES" sz="1000" kern="1200" dirty="0" err="1"/>
            <a:t>Wenjia</a:t>
          </a:r>
          <a:endParaRPr lang="es-ES" sz="1000" kern="1200" dirty="0"/>
        </a:p>
      </dsp:txBody>
      <dsp:txXfrm>
        <a:off x="872354" y="0"/>
        <a:ext cx="3129489" cy="512616"/>
      </dsp:txXfrm>
    </dsp:sp>
    <dsp:sp modelId="{EF2D8EC3-8FE2-4E7C-B86A-83EDAF07162F}">
      <dsp:nvSpPr>
        <dsp:cNvPr id="0" name=""/>
        <dsp:cNvSpPr/>
      </dsp:nvSpPr>
      <dsp:spPr>
        <a:xfrm>
          <a:off x="71985" y="56006"/>
          <a:ext cx="800368" cy="40060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584602"/>
          <a:ext cx="4001844" cy="5223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72354" y="584602"/>
        <a:ext cx="3129489" cy="522313"/>
      </dsp:txXfrm>
    </dsp:sp>
    <dsp:sp modelId="{C9E8AD8B-B134-4129-BD9A-C060E9DACAFC}">
      <dsp:nvSpPr>
        <dsp:cNvPr id="0" name=""/>
        <dsp:cNvSpPr/>
      </dsp:nvSpPr>
      <dsp:spPr>
        <a:xfrm>
          <a:off x="71985" y="588951"/>
          <a:ext cx="800368" cy="513614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178901"/>
          <a:ext cx="4001844" cy="9423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72354" y="1178901"/>
        <a:ext cx="3129489" cy="942356"/>
      </dsp:txXfrm>
    </dsp:sp>
    <dsp:sp modelId="{D306C488-315E-46F7-B989-FFF5212BF6E2}">
      <dsp:nvSpPr>
        <dsp:cNvPr id="0" name=""/>
        <dsp:cNvSpPr/>
      </dsp:nvSpPr>
      <dsp:spPr>
        <a:xfrm>
          <a:off x="71985" y="1387050"/>
          <a:ext cx="800368" cy="52605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193244"/>
          <a:ext cx="4001844" cy="71985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72354" y="2193244"/>
        <a:ext cx="3129489" cy="719856"/>
      </dsp:txXfrm>
    </dsp:sp>
    <dsp:sp modelId="{D58F51A8-C9AC-49A7-BF07-49E56398E46B}">
      <dsp:nvSpPr>
        <dsp:cNvPr id="0" name=""/>
        <dsp:cNvSpPr/>
      </dsp:nvSpPr>
      <dsp:spPr>
        <a:xfrm>
          <a:off x="71985" y="2265229"/>
          <a:ext cx="800368" cy="57588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467315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64BEB2-C413-4788-F1F1-D853AAD64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9849" y="539500"/>
            <a:ext cx="9789457" cy="572700"/>
          </a:xfrm>
        </p:spPr>
        <p:txBody>
          <a:bodyPr/>
          <a:lstStyle/>
          <a:p>
            <a:r>
              <a:rPr lang="es-ES" sz="2400" dirty="0"/>
              <a:t>Actualizaciones en el ADVANCED PREPROCESSING </a:t>
            </a:r>
            <a:endParaRPr lang="ca-ES" sz="24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2064685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4960C36-A145-E406-1CC2-C2B53FBBD0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725" y="539750"/>
            <a:ext cx="7702550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</a:t>
            </a:r>
            <a:endParaRPr lang="ca-ES" sz="2400" dirty="0"/>
          </a:p>
        </p:txBody>
      </p:sp>
    </p:spTree>
    <p:extLst>
      <p:ext uri="{BB962C8B-B14F-4D97-AF65-F5344CB8AC3E}">
        <p14:creationId xmlns:p14="http://schemas.microsoft.com/office/powerpoint/2010/main" val="533820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minima de 0.5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Se </a:t>
            </a:r>
            <a:r>
              <a:rPr lang="en-US" dirty="0" err="1">
                <a:latin typeface="Lucida Console" panose="020B0609040504020204" pitchFamily="49" charset="0"/>
              </a:rPr>
              <a:t>intentó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r>
              <a:rPr lang="en-US" dirty="0">
                <a:latin typeface="Lucida Console" panose="020B0609040504020204" pitchFamily="49" charset="0"/>
              </a:rPr>
              <a:t> las </a:t>
            </a:r>
            <a:r>
              <a:rPr lang="en-US" dirty="0" err="1">
                <a:latin typeface="Lucida Console" panose="020B0609040504020204" pitchFamily="49" charset="0"/>
              </a:rPr>
              <a:t>reglas</a:t>
            </a:r>
            <a:r>
              <a:rPr lang="en-US" dirty="0">
                <a:latin typeface="Lucida Console" panose="020B0609040504020204" pitchFamily="49" charset="0"/>
              </a:rPr>
              <a:t> para Exited=0 con </a:t>
            </a:r>
            <a:r>
              <a:rPr lang="en-US" dirty="0" err="1">
                <a:latin typeface="Lucida Console" panose="020B0609040504020204" pitchFamily="49" charset="0"/>
              </a:rPr>
              <a:t>confianza</a:t>
            </a:r>
            <a:r>
              <a:rPr lang="en-US" dirty="0">
                <a:latin typeface="Lucida Console" panose="020B0609040504020204" pitchFamily="49" charset="0"/>
              </a:rPr>
              <a:t> de 1</a:t>
            </a:r>
          </a:p>
          <a:p>
            <a:pPr latinLnBrk="1"/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no </a:t>
            </a:r>
            <a:r>
              <a:rPr lang="en-US" dirty="0" err="1">
                <a:latin typeface="Lucida Console" panose="020B0609040504020204" pitchFamily="49" charset="0"/>
              </a:rPr>
              <a:t>mejoraban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el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modelo</a:t>
            </a:r>
            <a:r>
              <a:rPr lang="en-US" dirty="0">
                <a:latin typeface="Lucida Console" panose="020B0609040504020204" pitchFamily="49" charset="0"/>
              </a:rPr>
              <a:t> sin </a:t>
            </a:r>
            <a:r>
              <a:rPr lang="en-US" dirty="0" err="1">
                <a:latin typeface="Lucida Console" panose="020B0609040504020204" pitchFamily="49" charset="0"/>
              </a:rPr>
              <a:t>forzar</a:t>
            </a:r>
            <a:endParaRPr lang="en-US" dirty="0">
              <a:latin typeface="Lucida Console" panose="020B0609040504020204" pitchFamily="49" charset="0"/>
            </a:endParaRPr>
          </a:p>
          <a:p>
            <a:pPr algn="l" latinLnBrk="1">
              <a:buNone/>
            </a:pPr>
            <a:endParaRPr lang="en-US" dirty="0">
              <a:latin typeface="Lucida Console" panose="020B0609040504020204" pitchFamily="49" charset="0"/>
            </a:endParaRPr>
          </a:p>
          <a:p>
            <a:pPr latinLnBrk="1"/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a la vez</a:t>
            </a:r>
          </a:p>
          <a:p>
            <a:pPr latinLnBrk="1"/>
            <a:r>
              <a:rPr lang="es-ES" dirty="0">
                <a:latin typeface="Lucida Console" panose="020B0609040504020204" pitchFamily="49" charset="0"/>
              </a:rPr>
              <a:t>Los resultados no mejoraban el modelo sin forzar</a:t>
            </a:r>
            <a:endParaRPr lang="es-ES" dirty="0"/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Concluciones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61</TotalTime>
  <Words>1080</Words>
  <Application>Microsoft Office PowerPoint</Application>
  <PresentationFormat>Presentación en pantalla (16:9)</PresentationFormat>
  <Paragraphs>183</Paragraphs>
  <Slides>15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5" baseType="lpstr">
      <vt:lpstr>Wingdings</vt:lpstr>
      <vt:lpstr>Fira Sans Extra Condensed Medium</vt:lpstr>
      <vt:lpstr>Didact Gothic</vt:lpstr>
      <vt:lpstr>Poppins</vt:lpstr>
      <vt:lpstr>Libre Franklin</vt:lpstr>
      <vt:lpstr>Arial Black</vt:lpstr>
      <vt:lpstr>Roboto</vt:lpstr>
      <vt:lpstr>Arial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 </vt:lpstr>
      <vt:lpstr>Ingeniería de variables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Concluciones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29</cp:revision>
  <dcterms:created xsi:type="dcterms:W3CDTF">2025-12-15T06:46:00Z</dcterms:created>
  <dcterms:modified xsi:type="dcterms:W3CDTF">2025-12-17T20:15:28Z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