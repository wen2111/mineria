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85" r:id="rId2"/>
    <p:sldId id="270" r:id="rId3"/>
    <p:sldId id="311" r:id="rId4"/>
    <p:sldId id="269" r:id="rId5"/>
    <p:sldId id="293" r:id="rId6"/>
    <p:sldId id="299" r:id="rId7"/>
    <p:sldId id="301" r:id="rId8"/>
    <p:sldId id="296" r:id="rId9"/>
    <p:sldId id="309" r:id="rId10"/>
    <p:sldId id="308" r:id="rId11"/>
    <p:sldId id="304" r:id="rId12"/>
    <p:sldId id="305" r:id="rId13"/>
    <p:sldId id="306" r:id="rId14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6"/>
    </p:embeddedFont>
    <p:embeddedFont>
      <p:font typeface="Didact Gothic" panose="00000500000000000000" pitchFamily="2" charset="0"/>
      <p:regular r:id="rId17"/>
    </p:embeddedFont>
    <p:embeddedFont>
      <p:font typeface="Libre Franklin" pitchFamily="2" charset="0"/>
      <p:regular r:id="rId18"/>
      <p:bold r:id="rId19"/>
      <p:italic r:id="rId20"/>
      <p:boldItalic r:id="rId21"/>
    </p:embeddedFont>
    <p:embeddedFont>
      <p:font typeface="Lucida Console" panose="020B0609040504020204" pitchFamily="49" charset="0"/>
      <p:regular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  <p:embeddedFont>
      <p:font typeface="Roboto" panose="020000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1:19:36.089" v="1670" actId="20577"/>
      <pc:docMkLst>
        <pc:docMk/>
      </pc:docMkLst>
      <pc:sldChg chg="addSp delSp modSp add del mod">
        <pc:chgData name="Mario Aragón Valderrama" userId="ab42593c9091a3c7" providerId="LiveId" clId="{A94EC9C8-FC2E-45B4-829C-AEB6B286F687}" dt="2025-12-17T20:55:32.260" v="1636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18:00:22.320" v="391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18:00:22.320" v="391"/>
          <ac:graphicFrameMkLst>
            <pc:docMk/>
            <pc:sldMk cId="0" sldId="272"/>
            <ac:graphicFrameMk id="3" creationId="{82F91AD5-889D-682F-0188-17811BDC62E6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modSp add del mod">
        <pc:chgData name="Mario Aragón Valderrama" userId="ab42593c9091a3c7" providerId="LiveId" clId="{A94EC9C8-FC2E-45B4-829C-AEB6B286F687}" dt="2025-12-17T21:01:39.326" v="1643" actId="1076"/>
        <pc:sldMkLst>
          <pc:docMk/>
          <pc:sldMk cId="0" sldId="304"/>
        </pc:sldMkLst>
        <pc:spChg chg="mod">
          <ac:chgData name="Mario Aragón Valderrama" userId="ab42593c9091a3c7" providerId="LiveId" clId="{A94EC9C8-FC2E-45B4-829C-AEB6B286F687}" dt="2025-12-17T21:01:37.714" v="1642" actId="14100"/>
          <ac:spMkLst>
            <pc:docMk/>
            <pc:sldMk cId="0" sldId="304"/>
            <ac:spMk id="8" creationId="{DD0179D1-4BE4-1C16-5DF2-A33E3F1CA8B0}"/>
          </ac:spMkLst>
        </pc:spChg>
        <pc:spChg chg="mod">
          <ac:chgData name="Mario Aragón Valderrama" userId="ab42593c9091a3c7" providerId="LiveId" clId="{A94EC9C8-FC2E-45B4-829C-AEB6B286F687}" dt="2025-12-17T21:01:39.326" v="1643" actId="1076"/>
          <ac:spMkLst>
            <pc:docMk/>
            <pc:sldMk cId="0" sldId="304"/>
            <ac:spMk id="15" creationId="{B7DA6751-9CEB-3BDA-6CF7-743678CB396A}"/>
          </ac:spMkLst>
        </pc:spChg>
      </pc:sldChg>
      <pc:sldChg chg="addSp delSp modSp new del mod">
        <pc:chgData name="Mario Aragón Valderrama" userId="ab42593c9091a3c7" providerId="LiveId" clId="{A94EC9C8-FC2E-45B4-829C-AEB6B286F687}" dt="2025-12-17T20:55:03.859" v="1634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modSp add mod">
        <pc:chgData name="Mario Aragón Valderrama" userId="ab42593c9091a3c7" providerId="LiveId" clId="{A94EC9C8-FC2E-45B4-829C-AEB6B286F687}" dt="2025-12-17T21:19:36.089" v="1670" actId="20577"/>
        <pc:sldMkLst>
          <pc:docMk/>
          <pc:sldMk cId="3136901332" sldId="306"/>
        </pc:sldMkLst>
        <pc:spChg chg="mod">
          <ac:chgData name="Mario Aragón Valderrama" userId="ab42593c9091a3c7" providerId="LiveId" clId="{A94EC9C8-FC2E-45B4-829C-AEB6B286F687}" dt="2025-12-17T21:19:36.089" v="1670" actId="20577"/>
          <ac:spMkLst>
            <pc:docMk/>
            <pc:sldMk cId="3136901332" sldId="306"/>
            <ac:spMk id="3" creationId="{73C1DC1A-CA01-DFFD-E4A1-D67322F05FC4}"/>
          </ac:spMkLst>
        </pc:spChg>
        <pc:spChg chg="mod">
          <ac:chgData name="Mario Aragón Valderrama" userId="ab42593c9091a3c7" providerId="LiveId" clId="{A94EC9C8-FC2E-45B4-829C-AEB6B286F687}" dt="2025-12-17T21:19:34.273" v="1669" actId="20577"/>
          <ac:spMkLst>
            <pc:docMk/>
            <pc:sldMk cId="3136901332" sldId="306"/>
            <ac:spMk id="7" creationId="{55E8F95C-A3E1-0BA0-CC97-91F9F0882BF3}"/>
          </ac:spMkLst>
        </pc:spChg>
      </pc:sldChg>
      <pc:sldChg chg="addSp delSp modSp new">
        <pc:chgData name="Mario Aragón Valderrama" userId="ab42593c9091a3c7" providerId="LiveId" clId="{A94EC9C8-FC2E-45B4-829C-AEB6B286F687}" dt="2025-12-17T18:03:35.578" v="558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modSp del mod">
        <pc:chgData name="Mario Aragón Valderrama" userId="ab42593c9091a3c7" providerId="LiveId" clId="{A94EC9C8-FC2E-45B4-829C-AEB6B286F687}" dt="2025-12-17T21:18:53.027" v="1644" actId="47"/>
        <pc:sldMkLst>
          <pc:docMk/>
          <pc:sldMk cId="3373186615" sldId="310"/>
        </pc:sldMkLst>
        <pc:spChg chg="mod">
          <ac:chgData name="Mario Aragón Valderrama" userId="ab42593c9091a3c7" providerId="LiveId" clId="{A94EC9C8-FC2E-45B4-829C-AEB6B286F687}" dt="2025-12-17T20:56:04.907" v="1640" actId="20577"/>
          <ac:spMkLst>
            <pc:docMk/>
            <pc:sldMk cId="3373186615" sldId="310"/>
            <ac:spMk id="2" creationId="{744E8F24-AF72-DFA5-9CAE-072E2FD2046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– </a:t>
          </a:r>
          <a:r>
            <a:rPr lang="es-ES" sz="1000" b="1" dirty="0">
              <a:solidFill>
                <a:schemeClr val="bg1"/>
              </a:solidFill>
            </a:rPr>
            <a:t>Laura, Mario</a:t>
          </a:r>
          <a:endParaRPr lang="es-ES" sz="1000" dirty="0">
            <a:solidFill>
              <a:schemeClr val="bg1"/>
            </a:solidFill>
          </a:endParaRP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7839787-4F91-4052-A165-9BFBC71086A6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200" b="1" dirty="0">
              <a:solidFill>
                <a:srgbClr val="002060"/>
              </a:solidFill>
            </a:rPr>
            <a:t>GLM – </a:t>
          </a:r>
          <a:r>
            <a:rPr lang="es-ES" sz="1200" dirty="0"/>
            <a:t>Mario, Melissa, </a:t>
          </a:r>
          <a:r>
            <a:rPr lang="es-ES" sz="1200" dirty="0" err="1"/>
            <a:t>Wenjia</a:t>
          </a:r>
          <a:endParaRPr lang="es-ES" sz="1400" dirty="0"/>
        </a:p>
      </dgm:t>
    </dgm:pt>
    <dgm:pt modelId="{BB8A1210-98FC-449F-A56F-90903D089B54}" type="parTrans" cxnId="{0F4F906D-2621-45DA-8351-139722A96ABD}">
      <dgm:prSet/>
      <dgm:spPr/>
      <dgm:t>
        <a:bodyPr/>
        <a:lstStyle/>
        <a:p>
          <a:endParaRPr lang="es-ES"/>
        </a:p>
      </dgm:t>
    </dgm:pt>
    <dgm:pt modelId="{48E186E5-4DC2-451A-9507-431E86797E29}" type="sibTrans" cxnId="{0F4F906D-2621-45DA-8351-139722A96ABD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BDEF38AD-6A9B-41D5-87CE-A67B7DA36350}" type="pres">
      <dgm:prSet presAssocID="{C7839787-4F91-4052-A165-9BFBC71086A6}" presName="comp" presStyleCnt="0"/>
      <dgm:spPr/>
    </dgm:pt>
    <dgm:pt modelId="{264E0976-0840-4190-A8BA-ACD257002388}" type="pres">
      <dgm:prSet presAssocID="{C7839787-4F91-4052-A165-9BFBC71086A6}" presName="box" presStyleLbl="node1" presStyleIdx="1" presStyleCnt="5" custScaleY="71211"/>
      <dgm:spPr/>
    </dgm:pt>
    <dgm:pt modelId="{A485EABC-8582-4C36-84BB-91900236DAC0}" type="pres">
      <dgm:prSet presAssocID="{C7839787-4F91-4052-A165-9BFBC71086A6}" presName="img" presStyleLbl="fgImgPlace1" presStyleIdx="1" presStyleCnt="5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C16B902E-DCF9-4E9F-949B-436AC0FD1FFA}" type="pres">
      <dgm:prSet presAssocID="{C7839787-4F91-4052-A165-9BFBC71086A6}" presName="text" presStyleLbl="node1" presStyleIdx="1" presStyleCnt="5">
        <dgm:presLayoutVars>
          <dgm:bulletEnabled val="1"/>
        </dgm:presLayoutVars>
      </dgm:prSet>
      <dgm:spPr/>
    </dgm:pt>
    <dgm:pt modelId="{28DA00DD-78AB-43DC-9B62-39CBF2CB7015}" type="pres">
      <dgm:prSet presAssocID="{48E186E5-4DC2-451A-9507-431E86797E29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BF153B5F-A3A6-4875-B32B-A4D761CFC104}" type="presOf" srcId="{C7839787-4F91-4052-A165-9BFBC71086A6}" destId="{264E0976-0840-4190-A8BA-ACD257002388}" srcOrd="0" destOrd="0" presId="urn:microsoft.com/office/officeart/2005/8/layout/vList4"/>
    <dgm:cxn modelId="{0F4F906D-2621-45DA-8351-139722A96ABD}" srcId="{E0DBD592-C900-4D5D-A79A-93A58E8DA172}" destId="{C7839787-4F91-4052-A165-9BFBC71086A6}" srcOrd="1" destOrd="0" parTransId="{BB8A1210-98FC-449F-A56F-90903D089B54}" sibTransId="{48E186E5-4DC2-451A-9507-431E86797E29}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A28110ED-BE55-4E38-A2A5-0F6D516E08EB}" type="presOf" srcId="{C7839787-4F91-4052-A165-9BFBC71086A6}" destId="{C16B902E-DCF9-4E9F-949B-436AC0FD1FFA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C69BB7C3-0BA3-4098-B544-DAD944C77B68}" type="presParOf" srcId="{2D5738C4-EC9E-4779-B540-31D33BE25B70}" destId="{BDEF38AD-6A9B-41D5-87CE-A67B7DA36350}" srcOrd="2" destOrd="0" presId="urn:microsoft.com/office/officeart/2005/8/layout/vList4"/>
    <dgm:cxn modelId="{A79DA48E-7561-4843-887B-2E15F9F2476D}" type="presParOf" srcId="{BDEF38AD-6A9B-41D5-87CE-A67B7DA36350}" destId="{264E0976-0840-4190-A8BA-ACD257002388}" srcOrd="0" destOrd="0" presId="urn:microsoft.com/office/officeart/2005/8/layout/vList4"/>
    <dgm:cxn modelId="{04BD68BC-AC75-4E17-B506-7482E732F5F0}" type="presParOf" srcId="{BDEF38AD-6A9B-41D5-87CE-A67B7DA36350}" destId="{A485EABC-8582-4C36-84BB-91900236DAC0}" srcOrd="1" destOrd="0" presId="urn:microsoft.com/office/officeart/2005/8/layout/vList4"/>
    <dgm:cxn modelId="{79040A07-DFA9-44B0-9961-6901D4FF8C06}" type="presParOf" srcId="{BDEF38AD-6A9B-41D5-87CE-A67B7DA36350}" destId="{C16B902E-DCF9-4E9F-949B-436AC0FD1FFA}" srcOrd="2" destOrd="0" presId="urn:microsoft.com/office/officeart/2005/8/layout/vList4"/>
    <dgm:cxn modelId="{23E70C1B-EB67-4A40-934E-852FFDBA0698}" type="presParOf" srcId="{2D5738C4-EC9E-4779-B540-31D33BE25B70}" destId="{28DA00DD-78AB-43DC-9B62-39CBF2CB7015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– </a:t>
          </a:r>
          <a:r>
            <a:rPr lang="es-ES" sz="1000" b="1" kern="1200" dirty="0">
              <a:solidFill>
                <a:schemeClr val="bg1"/>
              </a:solidFill>
            </a:rPr>
            <a:t>Laura, Mario</a:t>
          </a:r>
          <a:endParaRPr lang="es-ES" sz="1000" kern="1200" dirty="0">
            <a:solidFill>
              <a:schemeClr val="bg1"/>
            </a:solidFill>
          </a:endParaRP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E0976-0840-4190-A8BA-ACD257002388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200" b="1" kern="1200" dirty="0">
              <a:solidFill>
                <a:srgbClr val="002060"/>
              </a:solidFill>
            </a:rPr>
            <a:t>GLM – </a:t>
          </a:r>
          <a:r>
            <a:rPr lang="es-ES" sz="1200" kern="1200" dirty="0"/>
            <a:t>Mario, Melissa, </a:t>
          </a:r>
          <a:r>
            <a:rPr lang="es-ES" sz="12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A485EABC-8582-4C36-84BB-91900236DAC0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/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03205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692725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AFA6A3-0CFF-D941-9D7E-9D3511DEDB45}"/>
              </a:ext>
            </a:extLst>
          </p:cNvPr>
          <p:cNvSpPr txBox="1"/>
          <p:nvPr/>
        </p:nvSpPr>
        <p:spPr>
          <a:xfrm>
            <a:off x="290456" y="4681208"/>
            <a:ext cx="5379041" cy="307777"/>
          </a:xfrm>
          <a:prstGeom prst="rect">
            <a:avLst/>
          </a:prstGeom>
          <a:solidFill>
            <a:srgbClr val="FFCC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tx1"/>
                </a:solidFill>
              </a:rPr>
              <a:t>La ingeniería de variables varia dependiendo del modelo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p=0.26.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68CEF5D2-E329-5F80-0120-76BBF56A53B6}"/>
              </a:ext>
            </a:extLst>
          </p:cNvPr>
          <p:cNvSpPr txBox="1"/>
          <p:nvPr/>
        </p:nvSpPr>
        <p:spPr>
          <a:xfrm>
            <a:off x="1077611" y="408240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D65A2E3-6B16-5548-48CD-3E21F6FCDFEE}"/>
              </a:ext>
            </a:extLst>
          </p:cNvPr>
          <p:cNvSpPr/>
          <p:nvPr/>
        </p:nvSpPr>
        <p:spPr>
          <a:xfrm>
            <a:off x="6216502" y="1766488"/>
            <a:ext cx="2647155" cy="1624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nrounds</a:t>
            </a:r>
            <a:r>
              <a:rPr lang="en-US" dirty="0"/>
              <a:t> = 700</a:t>
            </a:r>
          </a:p>
          <a:p>
            <a:pPr algn="ctr"/>
            <a:r>
              <a:rPr lang="en-US" dirty="0" err="1"/>
              <a:t>max_depth</a:t>
            </a:r>
            <a:r>
              <a:rPr lang="en-US" dirty="0"/>
              <a:t> = 5</a:t>
            </a:r>
          </a:p>
          <a:p>
            <a:pPr algn="ctr"/>
            <a:r>
              <a:rPr lang="en-US" dirty="0"/>
              <a:t>eta = 0.1,  gamma = 3              </a:t>
            </a:r>
            <a:r>
              <a:rPr lang="en-US" dirty="0" err="1"/>
              <a:t>colsample_bytree</a:t>
            </a:r>
            <a:r>
              <a:rPr lang="en-US" dirty="0"/>
              <a:t> = 0.8 </a:t>
            </a:r>
            <a:r>
              <a:rPr lang="en-US" dirty="0" err="1"/>
              <a:t>min_child_weight</a:t>
            </a:r>
            <a:r>
              <a:rPr lang="en-US" dirty="0"/>
              <a:t> = 1 subsample = 0.5</a:t>
            </a:r>
            <a:endParaRPr lang="es-E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Bootstrap i CV                 No </a:t>
            </a:r>
            <a:r>
              <a:rPr lang="es-ES" dirty="0" err="1"/>
              <a:t>difference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Age^2 &amp; interacción entre </a:t>
            </a:r>
            <a:r>
              <a:rPr lang="es-ES" dirty="0" err="1"/>
              <a:t>Geography:Gender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693" y="4005300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59" y="244780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867953" y="265483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Flecha: a la derecha 6">
            <a:extLst>
              <a:ext uri="{FF2B5EF4-FFF2-40B4-BE49-F238E27FC236}">
                <a16:creationId xmlns:a16="http://schemas.microsoft.com/office/drawing/2014/main" id="{EDD7197B-0227-EE64-7382-CDDD688710A3}"/>
              </a:ext>
            </a:extLst>
          </p:cNvPr>
          <p:cNvSpPr/>
          <p:nvPr/>
        </p:nvSpPr>
        <p:spPr>
          <a:xfrm>
            <a:off x="2517154" y="2014987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820133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461854" y="1789263"/>
            <a:ext cx="1470021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196864" y="3453000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artificialmente.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27048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 filas). Posible vía de mejora: aumentar muestra.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90</TotalTime>
  <Words>1201</Words>
  <Application>Microsoft Office PowerPoint</Application>
  <PresentationFormat>Presentación en pantalla (16:9)</PresentationFormat>
  <Paragraphs>190</Paragraphs>
  <Slides>13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3" baseType="lpstr">
      <vt:lpstr>Wingdings</vt:lpstr>
      <vt:lpstr>Libre Franklin</vt:lpstr>
      <vt:lpstr>Fira Sans Extra Condensed Medium</vt:lpstr>
      <vt:lpstr>Poppins</vt:lpstr>
      <vt:lpstr>Roboto</vt:lpstr>
      <vt:lpstr>Arial Black</vt:lpstr>
      <vt:lpstr>Arial</vt:lpstr>
      <vt:lpstr>Didact Gothic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31</cp:revision>
  <dcterms:created xsi:type="dcterms:W3CDTF">2025-12-15T06:46:00Z</dcterms:created>
  <dcterms:modified xsi:type="dcterms:W3CDTF">2025-12-17T21:19:41Z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