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272" r:id="rId4"/>
    <p:sldId id="307" r:id="rId5"/>
    <p:sldId id="269" r:id="rId6"/>
    <p:sldId id="293" r:id="rId7"/>
    <p:sldId id="299" r:id="rId8"/>
    <p:sldId id="301" r:id="rId9"/>
    <p:sldId id="296" r:id="rId10"/>
    <p:sldId id="302" r:id="rId11"/>
    <p:sldId id="303" r:id="rId12"/>
    <p:sldId id="308" r:id="rId13"/>
    <p:sldId id="305" r:id="rId14"/>
    <p:sldId id="309" r:id="rId15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7"/>
    </p:embeddedFont>
    <p:embeddedFont>
      <p:font typeface="Didact Gothic" panose="00000500000000000000" pitchFamily="2" charset="0"/>
      <p:regular r:id="rId18"/>
    </p:embeddedFont>
    <p:embeddedFont>
      <p:font typeface="Libre Franklin" pitchFamily="2" charset="0"/>
      <p:regular r:id="rId19"/>
      <p:bold r:id="rId20"/>
      <p:italic r:id="rId21"/>
      <p:boldItalic r:id="rId22"/>
    </p:embeddedFont>
    <p:embeddedFont>
      <p:font typeface="Lucida Console" panose="020B0609040504020204" pitchFamily="49" charset="0"/>
      <p:regular r:id="rId23"/>
    </p:embeddedFont>
    <p:embeddedFont>
      <p:font typeface="Poppins" panose="00000500000000000000" pitchFamily="2" charset="0"/>
      <p:regular r:id="rId24"/>
      <p:bold r:id="rId25"/>
    </p:embeddedFont>
    <p:embeddedFont>
      <p:font typeface="Roboto" panose="02000000000000000000" pitchFamily="2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2:24:16.669" v="1685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add">
        <pc:chgData name="Mario Aragón Valderrama" userId="ab42593c9091a3c7" providerId="LiveId" clId="{A94EC9C8-FC2E-45B4-829C-AEB6B286F687}" dt="2025-12-17T22:24:16.669" v="1685"/>
        <pc:sldMkLst>
          <pc:docMk/>
          <pc:sldMk cId="4126854353" sldId="307"/>
        </pc:sldMkLst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add">
        <pc:chgData name="Mario Aragón Valderrama" userId="ab42593c9091a3c7" providerId="LiveId" clId="{A94EC9C8-FC2E-45B4-829C-AEB6B286F687}" dt="2025-12-17T21:53:11.533" v="1636"/>
        <pc:sldMkLst>
          <pc:docMk/>
          <pc:sldMk cId="3136901332" sldId="309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FFB83-8E21-7296-84C8-9ECFA09FD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3" y="528742"/>
            <a:ext cx="8273393" cy="572700"/>
          </a:xfrm>
        </p:spPr>
        <p:txBody>
          <a:bodyPr/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F4F94B9-F1EB-A09C-2069-F6656171DE38}"/>
              </a:ext>
            </a:extLst>
          </p:cNvPr>
          <p:cNvSpPr txBox="1"/>
          <p:nvPr/>
        </p:nvSpPr>
        <p:spPr>
          <a:xfrm>
            <a:off x="645458" y="1101442"/>
            <a:ext cx="7272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Missings</a:t>
            </a:r>
            <a:r>
              <a:rPr lang="es-ES" dirty="0"/>
              <a:t>: mantenemos imputación por MICE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Outliers</a:t>
            </a:r>
            <a:r>
              <a:rPr lang="es-ES" dirty="0"/>
              <a:t>: los mantenemos dado que entran dentro de la aleatoriedad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Búsqueda de duplicados: NO se encuentran duplicados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3F209C4-873E-1B49-1E51-3263F3736354}"/>
              </a:ext>
            </a:extLst>
          </p:cNvPr>
          <p:cNvSpPr txBox="1">
            <a:spLocks/>
          </p:cNvSpPr>
          <p:nvPr/>
        </p:nvSpPr>
        <p:spPr>
          <a:xfrm>
            <a:off x="144846" y="2557343"/>
            <a:ext cx="85638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variables: patrones detectados</a:t>
            </a:r>
          </a:p>
        </p:txBody>
      </p:sp>
    </p:spTree>
    <p:extLst>
      <p:ext uri="{BB962C8B-B14F-4D97-AF65-F5344CB8AC3E}">
        <p14:creationId xmlns:p14="http://schemas.microsoft.com/office/powerpoint/2010/main" val="412685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dirty="0" err="1"/>
              <a:t>Caracteristicas</a:t>
            </a:r>
            <a:r>
              <a:rPr lang="es-ES" sz="1600" dirty="0"/>
              <a:t> del mejor: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p=0.47.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2329029" y="4115279"/>
            <a:ext cx="4485939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Accuracy Precision    Recall  F1_Score</a:t>
            </a:r>
          </a:p>
          <a:p>
            <a:pPr latinLnBrk="1"/>
            <a:r>
              <a:rPr lang="en-US" dirty="0"/>
              <a:t>1  Train2 0.7224490 0.3984632 0.7333333 0.5163585</a:t>
            </a:r>
          </a:p>
          <a:p>
            <a:pPr latinLnBrk="1"/>
            <a:r>
              <a:rPr lang="en-US" dirty="0"/>
              <a:t>2   Test2 0.7085714 0.4025641 0.6826087 0.5064516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269162" y="2055251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914" y="4118269"/>
            <a:ext cx="3855473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914" y="2948105"/>
            <a:ext cx="3855473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67</TotalTime>
  <Words>1167</Words>
  <Application>Microsoft Office PowerPoint</Application>
  <PresentationFormat>Presentación en pantalla (16:9)</PresentationFormat>
  <Paragraphs>193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4" baseType="lpstr">
      <vt:lpstr>Wingdings</vt:lpstr>
      <vt:lpstr>Fira Sans Extra Condensed Medium</vt:lpstr>
      <vt:lpstr>Roboto</vt:lpstr>
      <vt:lpstr>Libre Franklin</vt:lpstr>
      <vt:lpstr>Poppins</vt:lpstr>
      <vt:lpstr>Arial Black</vt:lpstr>
      <vt:lpstr>Didact Gothic</vt:lpstr>
      <vt:lpstr>Arial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29</cp:revision>
  <dcterms:created xsi:type="dcterms:W3CDTF">2025-12-15T06:46:00Z</dcterms:created>
  <dcterms:modified xsi:type="dcterms:W3CDTF">2025-12-17T22:25:41Z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