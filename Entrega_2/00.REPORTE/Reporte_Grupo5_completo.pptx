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2"/>
  </p:notesMasterIdLst>
  <p:sldIdLst>
    <p:sldId id="285" r:id="rId2"/>
    <p:sldId id="270" r:id="rId3"/>
    <p:sldId id="272" r:id="rId4"/>
    <p:sldId id="275" r:id="rId5"/>
    <p:sldId id="291" r:id="rId6"/>
    <p:sldId id="310" r:id="rId7"/>
    <p:sldId id="277" r:id="rId8"/>
    <p:sldId id="278" r:id="rId9"/>
    <p:sldId id="281" r:id="rId10"/>
    <p:sldId id="311" r:id="rId11"/>
    <p:sldId id="301" r:id="rId12"/>
    <p:sldId id="299" r:id="rId13"/>
    <p:sldId id="302" r:id="rId14"/>
    <p:sldId id="303" r:id="rId15"/>
    <p:sldId id="304" r:id="rId16"/>
    <p:sldId id="295" r:id="rId17"/>
    <p:sldId id="305" r:id="rId18"/>
    <p:sldId id="306" r:id="rId19"/>
    <p:sldId id="307" r:id="rId20"/>
    <p:sldId id="308" r:id="rId21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23"/>
    </p:embeddedFont>
    <p:embeddedFont>
      <p:font typeface="Didact Gothic" panose="00000500000000000000" pitchFamily="2" charset="0"/>
      <p:regular r:id="rId24"/>
    </p:embeddedFont>
    <p:embeddedFont>
      <p:font typeface="Libre Franklin" pitchFamily="2" charset="0"/>
      <p:regular r:id="rId25"/>
      <p:bold r:id="rId26"/>
      <p:italic r:id="rId27"/>
      <p:boldItalic r:id="rId28"/>
    </p:embeddedFont>
    <p:embeddedFont>
      <p:font typeface="Lucida Console" panose="020B0609040504020204" pitchFamily="49" charset="0"/>
      <p:regular r:id="rId29"/>
    </p:embeddedFont>
    <p:embeddedFont>
      <p:font typeface="Poppins" panose="00000500000000000000" pitchFamily="2" charset="0"/>
      <p:regular r:id="rId30"/>
      <p:bold r:id="rId31"/>
    </p:embeddedFont>
    <p:embeddedFont>
      <p:font typeface="Raleway" pitchFamily="2" charset="0"/>
      <p:regular r:id="rId32"/>
    </p:embeddedFont>
    <p:embeddedFont>
      <p:font typeface="Roboto" panose="02000000000000000000" pitchFamily="2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41C9F-06CD-AC74-6477-F8232BBF759E}" v="2" dt="2025-12-17T13:41:34.324"/>
    <p1510:client id="{645232EF-6BE0-7D9C-D649-EBE87B436A34}" v="53" dt="2025-12-17T18:21:43.261"/>
    <p1510:client id="{AC4E863C-43BC-CBF1-6B4E-1612649140EB}" v="133" dt="2025-12-17T19:14:54.9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FD54D1E-A07F-487E-B709-6B33F14531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19:52:36.010" v="45" actId="207"/>
      <pc:docMkLst>
        <pc:docMk/>
      </pc:docMkLst>
      <pc:sldChg chg="modSp add mod">
        <pc:chgData name="Mario Aragón Valderrama" userId="ab42593c9091a3c7" providerId="LiveId" clId="{A94EC9C8-FC2E-45B4-829C-AEB6B286F687}" dt="2025-12-17T19:52:36.010" v="45" actId="207"/>
        <pc:sldMkLst>
          <pc:docMk/>
          <pc:sldMk cId="0" sldId="272"/>
        </pc:sldMkLst>
        <pc:graphicFrameChg chg="mod modGraphic">
          <ac:chgData name="Mario Aragón Valderrama" userId="ab42593c9091a3c7" providerId="LiveId" clId="{A94EC9C8-FC2E-45B4-829C-AEB6B286F687}" dt="2025-12-17T19:52:36.010" v="45" actId="207"/>
          <ac:graphicFrameMkLst>
            <pc:docMk/>
            <pc:sldMk cId="0" sldId="272"/>
            <ac:graphicFrameMk id="3" creationId="{82F91AD5-889D-682F-0188-17811BDC62E6}"/>
          </ac:graphicFrameMkLst>
        </pc:graphicFrameChg>
      </pc:sldChg>
      <pc:sldChg chg="del">
        <pc:chgData name="Mario Aragón Valderrama" userId="ab42593c9091a3c7" providerId="LiveId" clId="{A94EC9C8-FC2E-45B4-829C-AEB6B286F687}" dt="2025-12-17T19:51:59.035" v="0" actId="47"/>
        <pc:sldMkLst>
          <pc:docMk/>
          <pc:sldMk cId="1273872839" sldId="309"/>
        </pc:sldMkLst>
      </pc:sldChg>
    </pc:docChg>
  </pc:docChgLst>
  <pc:docChgLst>
    <pc:chgData name="Siling G" userId="c2e56b80bdc69756" providerId="Windows Live" clId="Web-{35C41C9F-06CD-AC74-6477-F8232BBF759E}"/>
    <pc:docChg chg="modSld">
      <pc:chgData name="Siling G" userId="c2e56b80bdc69756" providerId="Windows Live" clId="Web-{35C41C9F-06CD-AC74-6477-F8232BBF759E}" dt="2025-12-17T13:41:34.324" v="1" actId="20577"/>
      <pc:docMkLst>
        <pc:docMk/>
      </pc:docMkLst>
      <pc:sldChg chg="modSp">
        <pc:chgData name="Siling G" userId="c2e56b80bdc69756" providerId="Windows Live" clId="Web-{35C41C9F-06CD-AC74-6477-F8232BBF759E}" dt="2025-12-17T13:41:34.324" v="1" actId="20577"/>
        <pc:sldMkLst>
          <pc:docMk/>
          <pc:sldMk cId="0" sldId="285"/>
        </pc:sldMkLst>
        <pc:spChg chg="mod">
          <ac:chgData name="Siling G" userId="c2e56b80bdc69756" providerId="Windows Live" clId="Web-{35C41C9F-06CD-AC74-6477-F8232BBF759E}" dt="2025-12-17T13:41:34.324" v="1" actId="20577"/>
          <ac:spMkLst>
            <pc:docMk/>
            <pc:sldMk cId="0" sldId="285"/>
            <ac:spMk id="4" creationId="{00000000-0000-0000-0000-000000000000}"/>
          </ac:spMkLst>
        </pc:spChg>
      </pc:sldChg>
    </pc:docChg>
  </pc:docChgLst>
  <pc:docChgLst>
    <pc:chgData name="Siling G" userId="c2e56b80bdc69756" providerId="Windows Live" clId="Web-{AC4E863C-43BC-CBF1-6B4E-1612649140EB}"/>
    <pc:docChg chg="addSld delSld modSld">
      <pc:chgData name="Siling G" userId="c2e56b80bdc69756" providerId="Windows Live" clId="Web-{AC4E863C-43BC-CBF1-6B4E-1612649140EB}" dt="2025-12-17T19:14:54.997" v="240" actId="1076"/>
      <pc:docMkLst>
        <pc:docMk/>
      </pc:docMkLst>
      <pc:sldChg chg="del">
        <pc:chgData name="Siling G" userId="c2e56b80bdc69756" providerId="Windows Live" clId="Web-{AC4E863C-43BC-CBF1-6B4E-1612649140EB}" dt="2025-12-17T18:46:18.019" v="7"/>
        <pc:sldMkLst>
          <pc:docMk/>
          <pc:sldMk cId="0" sldId="272"/>
        </pc:sldMkLst>
      </pc:sldChg>
      <pc:sldChg chg="modSp">
        <pc:chgData name="Siling G" userId="c2e56b80bdc69756" providerId="Windows Live" clId="Web-{AC4E863C-43BC-CBF1-6B4E-1612649140EB}" dt="2025-12-17T19:14:36.387" v="237" actId="1076"/>
        <pc:sldMkLst>
          <pc:docMk/>
          <pc:sldMk cId="0" sldId="275"/>
        </pc:sldMkLst>
        <pc:spChg chg="mod">
          <ac:chgData name="Siling G" userId="c2e56b80bdc69756" providerId="Windows Live" clId="Web-{AC4E863C-43BC-CBF1-6B4E-1612649140EB}" dt="2025-12-17T19:14:36.387" v="237" actId="1076"/>
          <ac:spMkLst>
            <pc:docMk/>
            <pc:sldMk cId="0" sldId="275"/>
            <ac:spMk id="633" creationId="{00000000-0000-0000-0000-000000000000}"/>
          </ac:spMkLst>
        </pc:spChg>
      </pc:sldChg>
      <pc:sldChg chg="modSp">
        <pc:chgData name="Siling G" userId="c2e56b80bdc69756" providerId="Windows Live" clId="Web-{AC4E863C-43BC-CBF1-6B4E-1612649140EB}" dt="2025-12-17T19:01:37.169" v="89" actId="20577"/>
        <pc:sldMkLst>
          <pc:docMk/>
          <pc:sldMk cId="3322791335" sldId="305"/>
        </pc:sldMkLst>
        <pc:spChg chg="mod">
          <ac:chgData name="Siling G" userId="c2e56b80bdc69756" providerId="Windows Live" clId="Web-{AC4E863C-43BC-CBF1-6B4E-1612649140EB}" dt="2025-12-17T19:01:37.169" v="89" actId="20577"/>
          <ac:spMkLst>
            <pc:docMk/>
            <pc:sldMk cId="3322791335" sldId="305"/>
            <ac:spMk id="3" creationId="{00000000-0000-0000-0000-000000000000}"/>
          </ac:spMkLst>
        </pc:spChg>
      </pc:sldChg>
      <pc:sldChg chg="modSp">
        <pc:chgData name="Siling G" userId="c2e56b80bdc69756" providerId="Windows Live" clId="Web-{AC4E863C-43BC-CBF1-6B4E-1612649140EB}" dt="2025-12-17T18:54:25.531" v="60" actId="20577"/>
        <pc:sldMkLst>
          <pc:docMk/>
          <pc:sldMk cId="3944751260" sldId="306"/>
        </pc:sldMkLst>
        <pc:spChg chg="mod">
          <ac:chgData name="Siling G" userId="c2e56b80bdc69756" providerId="Windows Live" clId="Web-{AC4E863C-43BC-CBF1-6B4E-1612649140EB}" dt="2025-12-17T18:54:25.531" v="60" actId="20577"/>
          <ac:spMkLst>
            <pc:docMk/>
            <pc:sldMk cId="3944751260" sldId="306"/>
            <ac:spMk id="4" creationId="{00000000-0000-0000-0000-000000000000}"/>
          </ac:spMkLst>
        </pc:spChg>
      </pc:sldChg>
      <pc:sldChg chg="addSp delSp modSp add replId">
        <pc:chgData name="Siling G" userId="c2e56b80bdc69756" providerId="Windows Live" clId="Web-{AC4E863C-43BC-CBF1-6B4E-1612649140EB}" dt="2025-12-17T19:14:25.512" v="236"/>
        <pc:sldMkLst>
          <pc:docMk/>
          <pc:sldMk cId="1273872839" sldId="309"/>
        </pc:sldMkLst>
        <pc:spChg chg="del">
          <ac:chgData name="Siling G" userId="c2e56b80bdc69756" providerId="Windows Live" clId="Web-{AC4E863C-43BC-CBF1-6B4E-1612649140EB}" dt="2025-12-17T18:45:57.206" v="4"/>
          <ac:spMkLst>
            <pc:docMk/>
            <pc:sldMk cId="1273872839" sldId="309"/>
            <ac:spMk id="5" creationId="{D54FF0F8-532B-6C3C-BA67-AAEA31C304E6}"/>
          </ac:spMkLst>
        </pc:spChg>
        <pc:spChg chg="add del">
          <ac:chgData name="Siling G" userId="c2e56b80bdc69756" providerId="Windows Live" clId="Web-{AC4E863C-43BC-CBF1-6B4E-1612649140EB}" dt="2025-12-17T18:45:54.503" v="2"/>
          <ac:spMkLst>
            <pc:docMk/>
            <pc:sldMk cId="1273872839" sldId="309"/>
            <ac:spMk id="18" creationId="{F56E9262-ACFE-8ADC-8AFE-6F44FF07DC25}"/>
          </ac:spMkLst>
        </pc:spChg>
        <pc:spChg chg="add del">
          <ac:chgData name="Siling G" userId="c2e56b80bdc69756" providerId="Windows Live" clId="Web-{AC4E863C-43BC-CBF1-6B4E-1612649140EB}" dt="2025-12-17T18:45:54.503" v="2"/>
          <ac:spMkLst>
            <pc:docMk/>
            <pc:sldMk cId="1273872839" sldId="309"/>
            <ac:spMk id="19" creationId="{41CF5255-C740-6850-5A26-FF12DEAB1B77}"/>
          </ac:spMkLst>
        </pc:spChg>
        <pc:spChg chg="add del mod">
          <ac:chgData name="Siling G" userId="c2e56b80bdc69756" providerId="Windows Live" clId="Web-{AC4E863C-43BC-CBF1-6B4E-1612649140EB}" dt="2025-12-17T19:14:25.512" v="236"/>
          <ac:spMkLst>
            <pc:docMk/>
            <pc:sldMk cId="1273872839" sldId="309"/>
            <ac:spMk id="55" creationId="{F56E9262-ACFE-8ADC-8AFE-6F44FF07DC25}"/>
          </ac:spMkLst>
        </pc:spChg>
        <pc:spChg chg="add">
          <ac:chgData name="Siling G" userId="c2e56b80bdc69756" providerId="Windows Live" clId="Web-{AC4E863C-43BC-CBF1-6B4E-1612649140EB}" dt="2025-12-17T18:46:04.175" v="6"/>
          <ac:spMkLst>
            <pc:docMk/>
            <pc:sldMk cId="1273872839" sldId="309"/>
            <ac:spMk id="56" creationId="{41CF5255-C740-6850-5A26-FF12DEAB1B77}"/>
          </ac:spMkLst>
        </pc:spChg>
        <pc:graphicFrameChg chg="del">
          <ac:chgData name="Siling G" userId="c2e56b80bdc69756" providerId="Windows Live" clId="Web-{AC4E863C-43BC-CBF1-6B4E-1612649140EB}" dt="2025-12-17T18:45:57.206" v="5"/>
          <ac:graphicFrameMkLst>
            <pc:docMk/>
            <pc:sldMk cId="1273872839" sldId="309"/>
            <ac:graphicFrameMk id="2" creationId="{6EF62395-5657-DC6F-48CA-2111AADF5004}"/>
          </ac:graphicFrameMkLst>
        </pc:graphicFrameChg>
        <pc:graphicFrameChg chg="add del">
          <ac:chgData name="Siling G" userId="c2e56b80bdc69756" providerId="Windows Live" clId="Web-{AC4E863C-43BC-CBF1-6B4E-1612649140EB}" dt="2025-12-17T18:45:54.503" v="2"/>
          <ac:graphicFrameMkLst>
            <pc:docMk/>
            <pc:sldMk cId="1273872839" sldId="309"/>
            <ac:graphicFrameMk id="16" creationId="{E3BF97A2-395B-3426-93E5-CC45195BFBAF}"/>
          </ac:graphicFrameMkLst>
        </pc:graphicFrameChg>
        <pc:graphicFrameChg chg="add del">
          <ac:chgData name="Siling G" userId="c2e56b80bdc69756" providerId="Windows Live" clId="Web-{AC4E863C-43BC-CBF1-6B4E-1612649140EB}" dt="2025-12-17T18:45:54.503" v="2"/>
          <ac:graphicFrameMkLst>
            <pc:docMk/>
            <pc:sldMk cId="1273872839" sldId="309"/>
            <ac:graphicFrameMk id="17" creationId="{82F91AD5-889D-682F-0188-17811BDC62E6}"/>
          </ac:graphicFrameMkLst>
        </pc:graphicFrameChg>
        <pc:graphicFrameChg chg="add">
          <ac:chgData name="Siling G" userId="c2e56b80bdc69756" providerId="Windows Live" clId="Web-{AC4E863C-43BC-CBF1-6B4E-1612649140EB}" dt="2025-12-17T18:46:04.175" v="6"/>
          <ac:graphicFrameMkLst>
            <pc:docMk/>
            <pc:sldMk cId="1273872839" sldId="309"/>
            <ac:graphicFrameMk id="53" creationId="{5D6A95C5-23CB-53D1-5F74-F580497BA08C}"/>
          </ac:graphicFrameMkLst>
        </pc:graphicFrameChg>
        <pc:graphicFrameChg chg="add mod modGraphic">
          <ac:chgData name="Siling G" userId="c2e56b80bdc69756" providerId="Windows Live" clId="Web-{AC4E863C-43BC-CBF1-6B4E-1612649140EB}" dt="2025-12-17T19:14:23.559" v="235" actId="20577"/>
          <ac:graphicFrameMkLst>
            <pc:docMk/>
            <pc:sldMk cId="1273872839" sldId="309"/>
            <ac:graphicFrameMk id="54" creationId="{82F91AD5-889D-682F-0188-17811BDC62E6}"/>
          </ac:graphicFrameMkLst>
        </pc:graphicFrameChg>
        <pc:picChg chg="del">
          <ac:chgData name="Siling G" userId="c2e56b80bdc69756" providerId="Windows Live" clId="Web-{AC4E863C-43BC-CBF1-6B4E-1612649140EB}" dt="2025-12-17T18:45:57.206" v="3"/>
          <ac:picMkLst>
            <pc:docMk/>
            <pc:sldMk cId="1273872839" sldId="309"/>
            <ac:picMk id="9" creationId="{F7E9D2AF-7B47-4F75-BBDA-1E38B9ADB1CE}"/>
          </ac:picMkLst>
        </pc:picChg>
      </pc:sldChg>
      <pc:sldChg chg="addSp delSp modSp add replId">
        <pc:chgData name="Siling G" userId="c2e56b80bdc69756" providerId="Windows Live" clId="Web-{AC4E863C-43BC-CBF1-6B4E-1612649140EB}" dt="2025-12-17T19:14:54.997" v="240" actId="1076"/>
        <pc:sldMkLst>
          <pc:docMk/>
          <pc:sldMk cId="1092879864" sldId="310"/>
        </pc:sldMkLst>
        <pc:spChg chg="add">
          <ac:chgData name="Siling G" userId="c2e56b80bdc69756" providerId="Windows Live" clId="Web-{AC4E863C-43BC-CBF1-6B4E-1612649140EB}" dt="2025-12-17T18:51:11.965" v="38"/>
          <ac:spMkLst>
            <pc:docMk/>
            <pc:sldMk cId="1092879864" sldId="310"/>
            <ac:spMk id="2" creationId="{489A5488-CC41-AE3C-B15B-DDD529EAA282}"/>
          </ac:spMkLst>
        </pc:spChg>
        <pc:spChg chg="del">
          <ac:chgData name="Siling G" userId="c2e56b80bdc69756" providerId="Windows Live" clId="Web-{AC4E863C-43BC-CBF1-6B4E-1612649140EB}" dt="2025-12-17T18:48:29.441" v="16"/>
          <ac:spMkLst>
            <pc:docMk/>
            <pc:sldMk cId="1092879864" sldId="310"/>
            <ac:spMk id="3" creationId="{E905421D-E74D-2D00-4337-2A01F3B42319}"/>
          </ac:spMkLst>
        </pc:spChg>
        <pc:spChg chg="del">
          <ac:chgData name="Siling G" userId="c2e56b80bdc69756" providerId="Windows Live" clId="Web-{AC4E863C-43BC-CBF1-6B4E-1612649140EB}" dt="2025-12-17T18:48:29.441" v="14"/>
          <ac:spMkLst>
            <pc:docMk/>
            <pc:sldMk cId="1092879864" sldId="310"/>
            <ac:spMk id="5" creationId="{B4A89A61-FD32-5945-799B-8FC8F6AB6E88}"/>
          </ac:spMkLst>
        </pc:spChg>
        <pc:spChg chg="mod">
          <ac:chgData name="Siling G" userId="c2e56b80bdc69756" providerId="Windows Live" clId="Web-{AC4E863C-43BC-CBF1-6B4E-1612649140EB}" dt="2025-12-17T19:14:54.997" v="240" actId="1076"/>
          <ac:spMkLst>
            <pc:docMk/>
            <pc:sldMk cId="1092879864" sldId="310"/>
            <ac:spMk id="633" creationId="{C8EA8AC8-EC8E-E44D-B964-B05EE3BE65FC}"/>
          </ac:spMkLst>
        </pc:spChg>
        <pc:graphicFrameChg chg="del">
          <ac:chgData name="Siling G" userId="c2e56b80bdc69756" providerId="Windows Live" clId="Web-{AC4E863C-43BC-CBF1-6B4E-1612649140EB}" dt="2025-12-17T18:48:29.441" v="15"/>
          <ac:graphicFrameMkLst>
            <pc:docMk/>
            <pc:sldMk cId="1092879864" sldId="310"/>
            <ac:graphicFrameMk id="4" creationId="{F643D205-00E7-D527-BE0E-42D4D3E7774B}"/>
          </ac:graphicFrameMkLst>
        </pc:graphicFrameChg>
        <pc:graphicFrameChg chg="del">
          <ac:chgData name="Siling G" userId="c2e56b80bdc69756" providerId="Windows Live" clId="Web-{AC4E863C-43BC-CBF1-6B4E-1612649140EB}" dt="2025-12-17T18:48:29.441" v="12"/>
          <ac:graphicFrameMkLst>
            <pc:docMk/>
            <pc:sldMk cId="1092879864" sldId="310"/>
            <ac:graphicFrameMk id="10" creationId="{1BB291EB-CFED-C312-A007-DC496163A746}"/>
          </ac:graphicFrameMkLst>
        </pc:graphicFrameChg>
        <pc:picChg chg="del">
          <ac:chgData name="Siling G" userId="c2e56b80bdc69756" providerId="Windows Live" clId="Web-{AC4E863C-43BC-CBF1-6B4E-1612649140EB}" dt="2025-12-17T18:48:29.441" v="13"/>
          <ac:picMkLst>
            <pc:docMk/>
            <pc:sldMk cId="1092879864" sldId="310"/>
            <ac:picMk id="8" creationId="{4DEB5CE6-804D-0D85-C34B-151CDA542EBE}"/>
          </ac:picMkLst>
        </pc:picChg>
        <pc:picChg chg="del">
          <ac:chgData name="Siling G" userId="c2e56b80bdc69756" providerId="Windows Live" clId="Web-{AC4E863C-43BC-CBF1-6B4E-1612649140EB}" dt="2025-12-17T18:48:29.441" v="11"/>
          <ac:picMkLst>
            <pc:docMk/>
            <pc:sldMk cId="1092879864" sldId="310"/>
            <ac:picMk id="12" creationId="{C817296B-EC46-0CF6-0DE8-527E708CA86C}"/>
          </ac:picMkLst>
        </pc:picChg>
        <pc:picChg chg="del">
          <ac:chgData name="Siling G" userId="c2e56b80bdc69756" providerId="Windows Live" clId="Web-{AC4E863C-43BC-CBF1-6B4E-1612649140EB}" dt="2025-12-17T18:48:29.441" v="10"/>
          <ac:picMkLst>
            <pc:docMk/>
            <pc:sldMk cId="1092879864" sldId="310"/>
            <ac:picMk id="13" creationId="{BEE05567-5924-A2C0-927F-B37957C984FE}"/>
          </ac:picMkLst>
        </pc:picChg>
        <pc:picChg chg="del">
          <ac:chgData name="Siling G" userId="c2e56b80bdc69756" providerId="Windows Live" clId="Web-{AC4E863C-43BC-CBF1-6B4E-1612649140EB}" dt="2025-12-17T18:48:29.441" v="9"/>
          <ac:picMkLst>
            <pc:docMk/>
            <pc:sldMk cId="1092879864" sldId="310"/>
            <ac:picMk id="14" creationId="{4B55CA6C-DD32-BA40-3F2A-01849C6A6EE4}"/>
          </ac:picMkLst>
        </pc:picChg>
      </pc:sldChg>
      <pc:sldChg chg="addSp delSp add replId">
        <pc:chgData name="Siling G" userId="c2e56b80bdc69756" providerId="Windows Live" clId="Web-{AC4E863C-43BC-CBF1-6B4E-1612649140EB}" dt="2025-12-17T18:52:54.279" v="57"/>
        <pc:sldMkLst>
          <pc:docMk/>
          <pc:sldMk cId="2573083912" sldId="311"/>
        </pc:sldMkLst>
        <pc:spChg chg="del">
          <ac:chgData name="Siling G" userId="c2e56b80bdc69756" providerId="Windows Live" clId="Web-{AC4E863C-43BC-CBF1-6B4E-1612649140EB}" dt="2025-12-17T18:52:39.544" v="54"/>
          <ac:spMkLst>
            <pc:docMk/>
            <pc:sldMk cId="2573083912" sldId="311"/>
            <ac:spMk id="2" creationId="{ECB614C9-3D86-B4C4-62EB-D2754656F865}"/>
          </ac:spMkLst>
        </pc:spChg>
        <pc:spChg chg="del">
          <ac:chgData name="Siling G" userId="c2e56b80bdc69756" providerId="Windows Live" clId="Web-{AC4E863C-43BC-CBF1-6B4E-1612649140EB}" dt="2025-12-17T18:52:39.529" v="40"/>
          <ac:spMkLst>
            <pc:docMk/>
            <pc:sldMk cId="2573083912" sldId="311"/>
            <ac:spMk id="3" creationId="{20F8C72D-95A2-53C8-B3E0-4BA7A3F0FFD8}"/>
          </ac:spMkLst>
        </pc:spChg>
        <pc:spChg chg="del">
          <ac:chgData name="Siling G" userId="c2e56b80bdc69756" providerId="Windows Live" clId="Web-{AC4E863C-43BC-CBF1-6B4E-1612649140EB}" dt="2025-12-17T18:52:39.544" v="53"/>
          <ac:spMkLst>
            <pc:docMk/>
            <pc:sldMk cId="2573083912" sldId="311"/>
            <ac:spMk id="5" creationId="{C68E78B5-D5B5-4C45-A14A-379FF04A8F63}"/>
          </ac:spMkLst>
        </pc:spChg>
        <pc:spChg chg="del">
          <ac:chgData name="Siling G" userId="c2e56b80bdc69756" providerId="Windows Live" clId="Web-{AC4E863C-43BC-CBF1-6B4E-1612649140EB}" dt="2025-12-17T18:52:39.544" v="50"/>
          <ac:spMkLst>
            <pc:docMk/>
            <pc:sldMk cId="2573083912" sldId="311"/>
            <ac:spMk id="8" creationId="{E559040C-6299-7B23-50AD-6CE02DD291C5}"/>
          </ac:spMkLst>
        </pc:spChg>
        <pc:spChg chg="del">
          <ac:chgData name="Siling G" userId="c2e56b80bdc69756" providerId="Windows Live" clId="Web-{AC4E863C-43BC-CBF1-6B4E-1612649140EB}" dt="2025-12-17T18:52:54.279" v="57"/>
          <ac:spMkLst>
            <pc:docMk/>
            <pc:sldMk cId="2573083912" sldId="311"/>
            <ac:spMk id="9" creationId="{EF57C089-0E48-1B37-4046-C2AAB6A41EDA}"/>
          </ac:spMkLst>
        </pc:spChg>
        <pc:spChg chg="del">
          <ac:chgData name="Siling G" userId="c2e56b80bdc69756" providerId="Windows Live" clId="Web-{AC4E863C-43BC-CBF1-6B4E-1612649140EB}" dt="2025-12-17T18:52:39.529" v="48"/>
          <ac:spMkLst>
            <pc:docMk/>
            <pc:sldMk cId="2573083912" sldId="311"/>
            <ac:spMk id="10" creationId="{8492638A-638E-A1BC-1358-8F4D7E1C01F7}"/>
          </ac:spMkLst>
        </pc:spChg>
        <pc:spChg chg="del">
          <ac:chgData name="Siling G" userId="c2e56b80bdc69756" providerId="Windows Live" clId="Web-{AC4E863C-43BC-CBF1-6B4E-1612649140EB}" dt="2025-12-17T18:52:39.529" v="45"/>
          <ac:spMkLst>
            <pc:docMk/>
            <pc:sldMk cId="2573083912" sldId="311"/>
            <ac:spMk id="12" creationId="{589253DD-F63E-D48B-81D2-067F78C1295F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13" creationId="{3344573B-05AB-722D-10BD-1916DC33F883}"/>
          </ac:spMkLst>
        </pc:spChg>
        <pc:spChg chg="del">
          <ac:chgData name="Siling G" userId="c2e56b80bdc69756" providerId="Windows Live" clId="Web-{AC4E863C-43BC-CBF1-6B4E-1612649140EB}" dt="2025-12-17T18:52:39.529" v="44"/>
          <ac:spMkLst>
            <pc:docMk/>
            <pc:sldMk cId="2573083912" sldId="311"/>
            <ac:spMk id="14" creationId="{1173CD49-F158-08FF-A5C2-78495385E51A}"/>
          </ac:spMkLst>
        </pc:spChg>
        <pc:spChg chg="del">
          <ac:chgData name="Siling G" userId="c2e56b80bdc69756" providerId="Windows Live" clId="Web-{AC4E863C-43BC-CBF1-6B4E-1612649140EB}" dt="2025-12-17T18:52:39.529" v="43"/>
          <ac:spMkLst>
            <pc:docMk/>
            <pc:sldMk cId="2573083912" sldId="311"/>
            <ac:spMk id="15" creationId="{80B5B0C4-233B-C088-D4C6-4CFA02455CB1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17" creationId="{69877C8F-5317-BE6F-6945-CC388015F9CE}"/>
          </ac:spMkLst>
        </pc:spChg>
        <pc:spChg chg="del">
          <ac:chgData name="Siling G" userId="c2e56b80bdc69756" providerId="Windows Live" clId="Web-{AC4E863C-43BC-CBF1-6B4E-1612649140EB}" dt="2025-12-17T18:52:39.529" v="42"/>
          <ac:spMkLst>
            <pc:docMk/>
            <pc:sldMk cId="2573083912" sldId="311"/>
            <ac:spMk id="18" creationId="{CEC35B4B-4218-427D-101E-58E020026DD6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0" creationId="{3EC15E59-67D6-0AE1-A6A9-64B30040E99A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1" creationId="{85BED90B-FD8F-DAA5-3238-316DC3132584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3" creationId="{87FE5D4D-67B0-D6FC-3090-0D99B56B82E9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4" creationId="{E1CB4E2D-AA5E-21BE-1785-DF4696D5A71F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5" creationId="{88CDE9D7-6FB4-5135-D608-BCD6C5875703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6" creationId="{13CD9C8A-02D0-0946-2090-002E2F545AB0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8" creationId="{B097D7AA-B1EE-84D3-9120-42770F3A6FC7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9" creationId="{D1A2B6B3-CB7B-66CE-737E-8C83D413872F}"/>
          </ac:spMkLst>
        </pc:spChg>
        <pc:picChg chg="del">
          <ac:chgData name="Siling G" userId="c2e56b80bdc69756" providerId="Windows Live" clId="Web-{AC4E863C-43BC-CBF1-6B4E-1612649140EB}" dt="2025-12-17T18:52:39.529" v="41"/>
          <ac:picMkLst>
            <pc:docMk/>
            <pc:sldMk cId="2573083912" sldId="311"/>
            <ac:picMk id="19" creationId="{A13735FB-598A-9A62-A852-86DB0625EEE4}"/>
          </ac:picMkLst>
        </pc:picChg>
        <pc:picChg chg="del">
          <ac:chgData name="Siling G" userId="c2e56b80bdc69756" providerId="Windows Live" clId="Web-{AC4E863C-43BC-CBF1-6B4E-1612649140EB}" dt="2025-12-17T18:52:39.544" v="55"/>
          <ac:picMkLst>
            <pc:docMk/>
            <pc:sldMk cId="2573083912" sldId="311"/>
            <ac:picMk id="1026" creationId="{1DB37B56-8DC5-B051-8D6E-D717F2C8FEB6}"/>
          </ac:picMkLst>
        </pc:picChg>
        <pc:picChg chg="del">
          <ac:chgData name="Siling G" userId="c2e56b80bdc69756" providerId="Windows Live" clId="Web-{AC4E863C-43BC-CBF1-6B4E-1612649140EB}" dt="2025-12-17T18:52:39.544" v="52"/>
          <ac:picMkLst>
            <pc:docMk/>
            <pc:sldMk cId="2573083912" sldId="311"/>
            <ac:picMk id="1028" creationId="{86A962A9-7DCA-2E52-308D-630D3299647A}"/>
          </ac:picMkLst>
        </pc:picChg>
        <pc:picChg chg="del">
          <ac:chgData name="Siling G" userId="c2e56b80bdc69756" providerId="Windows Live" clId="Web-{AC4E863C-43BC-CBF1-6B4E-1612649140EB}" dt="2025-12-17T18:52:39.544" v="49"/>
          <ac:picMkLst>
            <pc:docMk/>
            <pc:sldMk cId="2573083912" sldId="311"/>
            <ac:picMk id="1030" creationId="{888D7848-A504-709B-D612-D1A7CDCC3F32}"/>
          </ac:picMkLst>
        </pc:picChg>
        <pc:picChg chg="del">
          <ac:chgData name="Siling G" userId="c2e56b80bdc69756" providerId="Windows Live" clId="Web-{AC4E863C-43BC-CBF1-6B4E-1612649140EB}" dt="2025-12-17T18:52:39.529" v="46"/>
          <ac:picMkLst>
            <pc:docMk/>
            <pc:sldMk cId="2573083912" sldId="311"/>
            <ac:picMk id="1034" creationId="{D9F42199-1367-8609-00E6-96429AA1846F}"/>
          </ac:picMkLst>
        </pc:picChg>
        <pc:cxnChg chg="del">
          <ac:chgData name="Siling G" userId="c2e56b80bdc69756" providerId="Windows Live" clId="Web-{AC4E863C-43BC-CBF1-6B4E-1612649140EB}" dt="2025-12-17T18:52:39.544" v="51"/>
          <ac:cxnSpMkLst>
            <pc:docMk/>
            <pc:sldMk cId="2573083912" sldId="311"/>
            <ac:cxnSpMk id="7" creationId="{ADB61AF6-FCBC-ADC1-E4EA-769135EA079A}"/>
          </ac:cxnSpMkLst>
        </pc:cxnChg>
        <pc:cxnChg chg="del">
          <ac:chgData name="Siling G" userId="c2e56b80bdc69756" providerId="Windows Live" clId="Web-{AC4E863C-43BC-CBF1-6B4E-1612649140EB}" dt="2025-12-17T18:52:39.529" v="47"/>
          <ac:cxnSpMkLst>
            <pc:docMk/>
            <pc:sldMk cId="2573083912" sldId="311"/>
            <ac:cxnSpMk id="11" creationId="{A8490347-5052-DC93-7783-B685B7E6028F}"/>
          </ac:cxnSpMkLst>
        </pc:cxnChg>
      </pc:sldChg>
    </pc:docChg>
  </pc:docChgLst>
  <pc:docChgLst>
    <pc:chgData name="Siling G" userId="c2e56b80bdc69756" providerId="Windows Live" clId="Web-{645232EF-6BE0-7D9C-D649-EBE87B436A34}"/>
    <pc:docChg chg="addSld delSld modSld sldOrd">
      <pc:chgData name="Siling G" userId="c2e56b80bdc69756" providerId="Windows Live" clId="Web-{645232EF-6BE0-7D9C-D649-EBE87B436A34}" dt="2025-12-17T18:21:41.621" v="49" actId="20577"/>
      <pc:docMkLst>
        <pc:docMk/>
      </pc:docMkLst>
      <pc:sldChg chg="add del">
        <pc:chgData name="Siling G" userId="c2e56b80bdc69756" providerId="Windows Live" clId="Web-{645232EF-6BE0-7D9C-D649-EBE87B436A34}" dt="2025-12-17T18:14:44.662" v="4"/>
        <pc:sldMkLst>
          <pc:docMk/>
          <pc:sldMk cId="0" sldId="279"/>
        </pc:sldMkLst>
      </pc:sldChg>
      <pc:sldChg chg="add del">
        <pc:chgData name="Siling G" userId="c2e56b80bdc69756" providerId="Windows Live" clId="Web-{645232EF-6BE0-7D9C-D649-EBE87B436A34}" dt="2025-12-17T18:15:16.991" v="11"/>
        <pc:sldMkLst>
          <pc:docMk/>
          <pc:sldMk cId="0" sldId="280"/>
        </pc:sldMkLst>
      </pc:sldChg>
      <pc:sldChg chg="add del">
        <pc:chgData name="Siling G" userId="c2e56b80bdc69756" providerId="Windows Live" clId="Web-{645232EF-6BE0-7D9C-D649-EBE87B436A34}" dt="2025-12-17T18:15:10.194" v="9"/>
        <pc:sldMkLst>
          <pc:docMk/>
          <pc:sldMk cId="0" sldId="281"/>
        </pc:sldMkLst>
      </pc:sldChg>
      <pc:sldChg chg="add del">
        <pc:chgData name="Siling G" userId="c2e56b80bdc69756" providerId="Windows Live" clId="Web-{645232EF-6BE0-7D9C-D649-EBE87B436A34}" dt="2025-12-17T18:15:48.132" v="12"/>
        <pc:sldMkLst>
          <pc:docMk/>
          <pc:sldMk cId="0" sldId="292"/>
        </pc:sldMkLst>
      </pc:sldChg>
      <pc:sldChg chg="del">
        <pc:chgData name="Siling G" userId="c2e56b80bdc69756" providerId="Windows Live" clId="Web-{645232EF-6BE0-7D9C-D649-EBE87B436A34}" dt="2025-12-17T18:16:12.023" v="14"/>
        <pc:sldMkLst>
          <pc:docMk/>
          <pc:sldMk cId="0" sldId="293"/>
        </pc:sldMkLst>
      </pc:sldChg>
      <pc:sldChg chg="del">
        <pc:chgData name="Siling G" userId="c2e56b80bdc69756" providerId="Windows Live" clId="Web-{645232EF-6BE0-7D9C-D649-EBE87B436A34}" dt="2025-12-17T18:16:24.742" v="15"/>
        <pc:sldMkLst>
          <pc:docMk/>
          <pc:sldMk cId="0" sldId="294"/>
        </pc:sldMkLst>
      </pc:sldChg>
      <pc:sldChg chg="ord">
        <pc:chgData name="Siling G" userId="c2e56b80bdc69756" providerId="Windows Live" clId="Web-{645232EF-6BE0-7D9C-D649-EBE87B436A34}" dt="2025-12-17T18:18:29.358" v="26"/>
        <pc:sldMkLst>
          <pc:docMk/>
          <pc:sldMk cId="0" sldId="295"/>
        </pc:sldMkLst>
      </pc:sldChg>
      <pc:sldChg chg="del ord">
        <pc:chgData name="Siling G" userId="c2e56b80bdc69756" providerId="Windows Live" clId="Web-{645232EF-6BE0-7D9C-D649-EBE87B436A34}" dt="2025-12-17T18:19:03.814" v="30"/>
        <pc:sldMkLst>
          <pc:docMk/>
          <pc:sldMk cId="0" sldId="296"/>
        </pc:sldMkLst>
      </pc:sldChg>
      <pc:sldChg chg="del">
        <pc:chgData name="Siling G" userId="c2e56b80bdc69756" providerId="Windows Live" clId="Web-{645232EF-6BE0-7D9C-D649-EBE87B436A34}" dt="2025-12-17T18:19:03.799" v="28"/>
        <pc:sldMkLst>
          <pc:docMk/>
          <pc:sldMk cId="0" sldId="297"/>
        </pc:sldMkLst>
      </pc:sldChg>
      <pc:sldChg chg="del">
        <pc:chgData name="Siling G" userId="c2e56b80bdc69756" providerId="Windows Live" clId="Web-{645232EF-6BE0-7D9C-D649-EBE87B436A34}" dt="2025-12-17T18:19:03.799" v="27"/>
        <pc:sldMkLst>
          <pc:docMk/>
          <pc:sldMk cId="0" sldId="298"/>
        </pc:sldMkLst>
      </pc:sldChg>
      <pc:sldChg chg="del">
        <pc:chgData name="Siling G" userId="c2e56b80bdc69756" providerId="Windows Live" clId="Web-{645232EF-6BE0-7D9C-D649-EBE87B436A34}" dt="2025-12-17T18:19:03.814" v="29"/>
        <pc:sldMkLst>
          <pc:docMk/>
          <pc:sldMk cId="2694522043" sldId="300"/>
        </pc:sldMkLst>
      </pc:sldChg>
      <pc:sldChg chg="add">
        <pc:chgData name="Siling G" userId="c2e56b80bdc69756" providerId="Windows Live" clId="Web-{645232EF-6BE0-7D9C-D649-EBE87B436A34}" dt="2025-12-17T18:16:10.085" v="13"/>
        <pc:sldMkLst>
          <pc:docMk/>
          <pc:sldMk cId="1080588372" sldId="301"/>
        </pc:sldMkLst>
      </pc:sldChg>
      <pc:sldChg chg="add">
        <pc:chgData name="Siling G" userId="c2e56b80bdc69756" providerId="Windows Live" clId="Web-{645232EF-6BE0-7D9C-D649-EBE87B436A34}" dt="2025-12-17T18:17:24.977" v="20"/>
        <pc:sldMkLst>
          <pc:docMk/>
          <pc:sldMk cId="1474104658" sldId="302"/>
        </pc:sldMkLst>
      </pc:sldChg>
      <pc:sldChg chg="add del">
        <pc:chgData name="Siling G" userId="c2e56b80bdc69756" providerId="Windows Live" clId="Web-{645232EF-6BE0-7D9C-D649-EBE87B436A34}" dt="2025-12-17T18:17:09.211" v="19"/>
        <pc:sldMkLst>
          <pc:docMk/>
          <pc:sldMk cId="2090640455" sldId="302"/>
        </pc:sldMkLst>
      </pc:sldChg>
      <pc:sldChg chg="add">
        <pc:chgData name="Siling G" userId="c2e56b80bdc69756" providerId="Windows Live" clId="Web-{645232EF-6BE0-7D9C-D649-EBE87B436A34}" dt="2025-12-17T18:17:31.994" v="21"/>
        <pc:sldMkLst>
          <pc:docMk/>
          <pc:sldMk cId="1524408290" sldId="303"/>
        </pc:sldMkLst>
      </pc:sldChg>
      <pc:sldChg chg="add">
        <pc:chgData name="Siling G" userId="c2e56b80bdc69756" providerId="Windows Live" clId="Web-{645232EF-6BE0-7D9C-D649-EBE87B436A34}" dt="2025-12-17T18:17:38.963" v="22"/>
        <pc:sldMkLst>
          <pc:docMk/>
          <pc:sldMk cId="2309209517" sldId="304"/>
        </pc:sldMkLst>
      </pc:sldChg>
      <pc:sldChg chg="add">
        <pc:chgData name="Siling G" userId="c2e56b80bdc69756" providerId="Windows Live" clId="Web-{645232EF-6BE0-7D9C-D649-EBE87B436A34}" dt="2025-12-17T18:17:45.995" v="23"/>
        <pc:sldMkLst>
          <pc:docMk/>
          <pc:sldMk cId="3322791335" sldId="305"/>
        </pc:sldMkLst>
      </pc:sldChg>
      <pc:sldChg chg="add">
        <pc:chgData name="Siling G" userId="c2e56b80bdc69756" providerId="Windows Live" clId="Web-{645232EF-6BE0-7D9C-D649-EBE87B436A34}" dt="2025-12-17T18:17:53.730" v="24"/>
        <pc:sldMkLst>
          <pc:docMk/>
          <pc:sldMk cId="3944751260" sldId="306"/>
        </pc:sldMkLst>
      </pc:sldChg>
      <pc:sldChg chg="modSp add">
        <pc:chgData name="Siling G" userId="c2e56b80bdc69756" providerId="Windows Live" clId="Web-{645232EF-6BE0-7D9C-D649-EBE87B436A34}" dt="2025-12-17T18:21:41.621" v="49" actId="20577"/>
        <pc:sldMkLst>
          <pc:docMk/>
          <pc:sldMk cId="1319515764" sldId="307"/>
        </pc:sldMkLst>
        <pc:spChg chg="mod">
          <ac:chgData name="Siling G" userId="c2e56b80bdc69756" providerId="Windows Live" clId="Web-{645232EF-6BE0-7D9C-D649-EBE87B436A34}" dt="2025-12-17T18:21:41.621" v="49" actId="20577"/>
          <ac:spMkLst>
            <pc:docMk/>
            <pc:sldMk cId="1319515764" sldId="307"/>
            <ac:spMk id="2" creationId="{00000000-0000-0000-0000-000000000000}"/>
          </ac:spMkLst>
        </pc:spChg>
      </pc:sldChg>
      <pc:sldChg chg="delSp modSp add replId">
        <pc:chgData name="Siling G" userId="c2e56b80bdc69756" providerId="Windows Live" clId="Web-{645232EF-6BE0-7D9C-D649-EBE87B436A34}" dt="2025-12-17T18:21:34.183" v="47" actId="20577"/>
        <pc:sldMkLst>
          <pc:docMk/>
          <pc:sldMk cId="3373186615" sldId="308"/>
        </pc:sldMkLst>
        <pc:spChg chg="mod">
          <ac:chgData name="Siling G" userId="c2e56b80bdc69756" providerId="Windows Live" clId="Web-{645232EF-6BE0-7D9C-D649-EBE87B436A34}" dt="2025-12-17T18:21:34.183" v="47" actId="20577"/>
          <ac:spMkLst>
            <pc:docMk/>
            <pc:sldMk cId="3373186615" sldId="308"/>
            <ac:spMk id="2" creationId="{744E8F24-AF72-DFA5-9CAE-072E2FD20465}"/>
          </ac:spMkLst>
        </pc:spChg>
        <pc:spChg chg="del mod">
          <ac:chgData name="Siling G" userId="c2e56b80bdc69756" providerId="Windows Live" clId="Web-{645232EF-6BE0-7D9C-D649-EBE87B436A34}" dt="2025-12-17T18:21:21.151" v="34"/>
          <ac:spMkLst>
            <pc:docMk/>
            <pc:sldMk cId="3373186615" sldId="308"/>
            <ac:spMk id="4" creationId="{E7B4D647-6399-6EF9-C2BD-1503E74C6F6E}"/>
          </ac:spMkLst>
        </pc:spChg>
      </pc:sldChg>
      <pc:sldChg chg="add del replId">
        <pc:chgData name="Siling G" userId="c2e56b80bdc69756" providerId="Windows Live" clId="Web-{645232EF-6BE0-7D9C-D649-EBE87B436A34}" dt="2025-12-17T18:21:25.542" v="38"/>
        <pc:sldMkLst>
          <pc:docMk/>
          <pc:sldMk cId="3671772499" sldId="309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– </a:t>
          </a:r>
          <a:r>
            <a:rPr lang="es-ES" sz="1000" b="1" dirty="0">
              <a:solidFill>
                <a:schemeClr val="bg1"/>
              </a:solidFill>
            </a:rPr>
            <a:t>Laura, Mario</a:t>
          </a:r>
          <a:endParaRPr lang="es-ES" sz="1000" dirty="0">
            <a:solidFill>
              <a:schemeClr val="bg1"/>
            </a:solidFill>
          </a:endParaRP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7839787-4F91-4052-A165-9BFBC71086A6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200" b="1" dirty="0">
              <a:solidFill>
                <a:srgbClr val="002060"/>
              </a:solidFill>
            </a:rPr>
            <a:t>GLM – </a:t>
          </a:r>
          <a:r>
            <a:rPr lang="es-ES" sz="1200" dirty="0"/>
            <a:t>Mario, Melissa, </a:t>
          </a:r>
          <a:r>
            <a:rPr lang="es-ES" sz="1200" dirty="0" err="1"/>
            <a:t>Wenjia</a:t>
          </a:r>
          <a:endParaRPr lang="es-ES" sz="1400" dirty="0"/>
        </a:p>
      </dgm:t>
    </dgm:pt>
    <dgm:pt modelId="{BB8A1210-98FC-449F-A56F-90903D089B54}" type="parTrans" cxnId="{0F4F906D-2621-45DA-8351-139722A96ABD}">
      <dgm:prSet/>
      <dgm:spPr/>
      <dgm:t>
        <a:bodyPr/>
        <a:lstStyle/>
        <a:p>
          <a:endParaRPr lang="es-ES"/>
        </a:p>
      </dgm:t>
    </dgm:pt>
    <dgm:pt modelId="{48E186E5-4DC2-451A-9507-431E86797E29}" type="sibTrans" cxnId="{0F4F906D-2621-45DA-8351-139722A96ABD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BDEF38AD-6A9B-41D5-87CE-A67B7DA36350}" type="pres">
      <dgm:prSet presAssocID="{C7839787-4F91-4052-A165-9BFBC71086A6}" presName="comp" presStyleCnt="0"/>
      <dgm:spPr/>
    </dgm:pt>
    <dgm:pt modelId="{264E0976-0840-4190-A8BA-ACD257002388}" type="pres">
      <dgm:prSet presAssocID="{C7839787-4F91-4052-A165-9BFBC71086A6}" presName="box" presStyleLbl="node1" presStyleIdx="1" presStyleCnt="5" custScaleY="71211"/>
      <dgm:spPr/>
    </dgm:pt>
    <dgm:pt modelId="{A485EABC-8582-4C36-84BB-91900236DAC0}" type="pres">
      <dgm:prSet presAssocID="{C7839787-4F91-4052-A165-9BFBC71086A6}" presName="img" presStyleLbl="fgImgPlace1" presStyleIdx="1" presStyleCnt="5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C16B902E-DCF9-4E9F-949B-436AC0FD1FFA}" type="pres">
      <dgm:prSet presAssocID="{C7839787-4F91-4052-A165-9BFBC71086A6}" presName="text" presStyleLbl="node1" presStyleIdx="1" presStyleCnt="5">
        <dgm:presLayoutVars>
          <dgm:bulletEnabled val="1"/>
        </dgm:presLayoutVars>
      </dgm:prSet>
      <dgm:spPr/>
    </dgm:pt>
    <dgm:pt modelId="{28DA00DD-78AB-43DC-9B62-39CBF2CB7015}" type="pres">
      <dgm:prSet presAssocID="{48E186E5-4DC2-451A-9507-431E86797E29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BF153B5F-A3A6-4875-B32B-A4D761CFC104}" type="presOf" srcId="{C7839787-4F91-4052-A165-9BFBC71086A6}" destId="{264E0976-0840-4190-A8BA-ACD257002388}" srcOrd="0" destOrd="0" presId="urn:microsoft.com/office/officeart/2005/8/layout/vList4"/>
    <dgm:cxn modelId="{0F4F906D-2621-45DA-8351-139722A96ABD}" srcId="{E0DBD592-C900-4D5D-A79A-93A58E8DA172}" destId="{C7839787-4F91-4052-A165-9BFBC71086A6}" srcOrd="1" destOrd="0" parTransId="{BB8A1210-98FC-449F-A56F-90903D089B54}" sibTransId="{48E186E5-4DC2-451A-9507-431E86797E29}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A28110ED-BE55-4E38-A2A5-0F6D516E08EB}" type="presOf" srcId="{C7839787-4F91-4052-A165-9BFBC71086A6}" destId="{C16B902E-DCF9-4E9F-949B-436AC0FD1FFA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C69BB7C3-0BA3-4098-B544-DAD944C77B68}" type="presParOf" srcId="{2D5738C4-EC9E-4779-B540-31D33BE25B70}" destId="{BDEF38AD-6A9B-41D5-87CE-A67B7DA36350}" srcOrd="2" destOrd="0" presId="urn:microsoft.com/office/officeart/2005/8/layout/vList4"/>
    <dgm:cxn modelId="{A79DA48E-7561-4843-887B-2E15F9F2476D}" type="presParOf" srcId="{BDEF38AD-6A9B-41D5-87CE-A67B7DA36350}" destId="{264E0976-0840-4190-A8BA-ACD257002388}" srcOrd="0" destOrd="0" presId="urn:microsoft.com/office/officeart/2005/8/layout/vList4"/>
    <dgm:cxn modelId="{04BD68BC-AC75-4E17-B506-7482E732F5F0}" type="presParOf" srcId="{BDEF38AD-6A9B-41D5-87CE-A67B7DA36350}" destId="{A485EABC-8582-4C36-84BB-91900236DAC0}" srcOrd="1" destOrd="0" presId="urn:microsoft.com/office/officeart/2005/8/layout/vList4"/>
    <dgm:cxn modelId="{79040A07-DFA9-44B0-9961-6901D4FF8C06}" type="presParOf" srcId="{BDEF38AD-6A9B-41D5-87CE-A67B7DA36350}" destId="{C16B902E-DCF9-4E9F-949B-436AC0FD1FFA}" srcOrd="2" destOrd="0" presId="urn:microsoft.com/office/officeart/2005/8/layout/vList4"/>
    <dgm:cxn modelId="{23E70C1B-EB67-4A40-934E-852FFDBA0698}" type="presParOf" srcId="{2D5738C4-EC9E-4779-B540-31D33BE25B70}" destId="{28DA00DD-78AB-43DC-9B62-39CBF2CB7015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– </a:t>
          </a:r>
          <a:r>
            <a:rPr lang="es-ES" sz="1000" b="1" kern="1200" dirty="0">
              <a:solidFill>
                <a:schemeClr val="bg1"/>
              </a:solidFill>
            </a:rPr>
            <a:t>Laura, Mario</a:t>
          </a:r>
          <a:endParaRPr lang="es-ES" sz="1000" kern="1200" dirty="0">
            <a:solidFill>
              <a:schemeClr val="bg1"/>
            </a:solidFill>
          </a:endParaRP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E0976-0840-4190-A8BA-ACD257002388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200" b="1" kern="1200" dirty="0">
              <a:solidFill>
                <a:srgbClr val="002060"/>
              </a:solidFill>
            </a:rPr>
            <a:t>GLM – </a:t>
          </a:r>
          <a:r>
            <a:rPr lang="es-ES" sz="1200" kern="1200" dirty="0"/>
            <a:t>Mario, Melissa, </a:t>
          </a:r>
          <a:r>
            <a:rPr lang="es-ES" sz="12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A485EABC-8582-4C36-84BB-91900236DAC0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Comentar que no había duplicados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>
          <a:extLst>
            <a:ext uri="{FF2B5EF4-FFF2-40B4-BE49-F238E27FC236}">
              <a16:creationId xmlns:a16="http://schemas.microsoft.com/office/drawing/2014/main" id="{9054711E-37F2-F6B4-8A87-53EDC09CB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>
            <a:extLst>
              <a:ext uri="{FF2B5EF4-FFF2-40B4-BE49-F238E27FC236}">
                <a16:creationId xmlns:a16="http://schemas.microsoft.com/office/drawing/2014/main" id="{6C252947-987D-FBFA-F646-76BF936BDD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>
            <a:extLst>
              <a:ext uri="{FF2B5EF4-FFF2-40B4-BE49-F238E27FC236}">
                <a16:creationId xmlns:a16="http://schemas.microsoft.com/office/drawing/2014/main" id="{BF32033E-2D0D-1E8D-F229-0B2D687065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7525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>
          <a:extLst>
            <a:ext uri="{FF2B5EF4-FFF2-40B4-BE49-F238E27FC236}">
              <a16:creationId xmlns:a16="http://schemas.microsoft.com/office/drawing/2014/main" id="{8612CDF9-7FC0-02B9-24B3-A73309C8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>
            <a:extLst>
              <a:ext uri="{FF2B5EF4-FFF2-40B4-BE49-F238E27FC236}">
                <a16:creationId xmlns:a16="http://schemas.microsoft.com/office/drawing/2014/main" id="{58ABE6A9-B48A-B960-0C28-CCE3725153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>
            <a:extLst>
              <a:ext uri="{FF2B5EF4-FFF2-40B4-BE49-F238E27FC236}">
                <a16:creationId xmlns:a16="http://schemas.microsoft.com/office/drawing/2014/main" id="{0BC61E6F-F3BC-3A4B-809B-1D8D2B814C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95183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1"/>
          </p:nvPr>
        </p:nvSpPr>
        <p:spPr>
          <a:xfrm>
            <a:off x="5056151" y="2574154"/>
            <a:ext cx="27690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2"/>
          </p:nvPr>
        </p:nvSpPr>
        <p:spPr>
          <a:xfrm>
            <a:off x="1318850" y="2574154"/>
            <a:ext cx="27690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3"/>
          </p:nvPr>
        </p:nvSpPr>
        <p:spPr>
          <a:xfrm>
            <a:off x="1318850" y="1771900"/>
            <a:ext cx="2769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4"/>
          </p:nvPr>
        </p:nvSpPr>
        <p:spPr>
          <a:xfrm>
            <a:off x="5056153" y="1771900"/>
            <a:ext cx="2769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30" name="Google Shape;30;p5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1" name="Google Shape;31;p5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>
                <a:solidFill>
                  <a:schemeClr val="tx1"/>
                </a:solidFill>
              </a:rPr>
              <a:t> (</a:t>
            </a:r>
            <a:r>
              <a:rPr lang="es-E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siling.guo@estudiantat.upc.edu</a:t>
            </a:r>
            <a:r>
              <a:rPr lang="es-ES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8510"/>
              </p:ext>
            </p:extLst>
          </p:nvPr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/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27060113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20000" y="19528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Tratamiento de </a:t>
            </a:r>
            <a:r>
              <a:rPr lang="es-ES" dirty="0" err="1"/>
              <a:t>Missing</a:t>
            </a:r>
            <a:endParaRPr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43" y="2251639"/>
            <a:ext cx="4381801" cy="2848282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251639"/>
            <a:ext cx="4626707" cy="2872676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115049" y="709411"/>
            <a:ext cx="1432397" cy="2487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Detección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049" y="1024623"/>
            <a:ext cx="258958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30% </a:t>
            </a:r>
            <a:r>
              <a:rPr lang="en-GB" sz="1200" dirty="0" err="1"/>
              <a:t>en</a:t>
            </a:r>
            <a:r>
              <a:rPr lang="en-GB" sz="1200" dirty="0"/>
              <a:t> </a:t>
            </a:r>
            <a:r>
              <a:rPr lang="en-GB" sz="1200" dirty="0" err="1"/>
              <a:t>todas</a:t>
            </a:r>
            <a:r>
              <a:rPr lang="en-GB" sz="1200" dirty="0"/>
              <a:t> las variables (</a:t>
            </a:r>
            <a:r>
              <a:rPr lang="en-GB" sz="1200" dirty="0" err="1"/>
              <a:t>excepto</a:t>
            </a:r>
            <a:r>
              <a:rPr lang="en-GB" sz="1200" dirty="0"/>
              <a:t> ID)</a:t>
            </a:r>
          </a:p>
          <a:p>
            <a:r>
              <a:rPr lang="en-GB" sz="1200" b="1" dirty="0">
                <a:highlight>
                  <a:srgbClr val="FFFF00"/>
                </a:highlight>
              </a:rPr>
              <a:t>Test MCAR</a:t>
            </a:r>
          </a:p>
          <a:p>
            <a:r>
              <a:rPr lang="en-GB" sz="1200" b="1" dirty="0"/>
              <a:t>p-</a:t>
            </a:r>
            <a:r>
              <a:rPr lang="en-GB" sz="1200" b="1" dirty="0" err="1"/>
              <a:t>valor</a:t>
            </a:r>
            <a:r>
              <a:rPr lang="en-GB" sz="1200" b="1" dirty="0"/>
              <a:t> = 0.39</a:t>
            </a:r>
          </a:p>
          <a:p>
            <a:r>
              <a:rPr lang="en-GB" sz="1200" dirty="0"/>
              <a:t>✓ </a:t>
            </a:r>
            <a:r>
              <a:rPr lang="en-GB" sz="1200" dirty="0" err="1"/>
              <a:t>Aleatoriedad</a:t>
            </a:r>
            <a:r>
              <a:rPr lang="en-GB" sz="1200" dirty="0"/>
              <a:t> </a:t>
            </a:r>
            <a:r>
              <a:rPr lang="en-GB" sz="1200" dirty="0" err="1"/>
              <a:t>confirmada</a:t>
            </a:r>
            <a:endParaRPr lang="en-GB" sz="1200" dirty="0"/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240937" y="605827"/>
            <a:ext cx="3391877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br>
              <a:rPr lang="en-GB" b="1" i="0" dirty="0">
                <a:solidFill>
                  <a:srgbClr val="030712"/>
                </a:solidFill>
                <a:effectLst/>
                <a:latin typeface="ui-sans-serif"/>
              </a:rPr>
            </a:br>
            <a:r>
              <a:rPr lang="en-GB" sz="1100" b="1" i="0" dirty="0" err="1">
                <a:solidFill>
                  <a:srgbClr val="030712"/>
                </a:solidFill>
                <a:effectLst/>
                <a:latin typeface="ui-sans-serif"/>
              </a:rPr>
              <a:t>Métodos</a:t>
            </a:r>
            <a:r>
              <a:rPr lang="en-GB" sz="1100" b="1" i="0" dirty="0">
                <a:solidFill>
                  <a:srgbClr val="030712"/>
                </a:solidFill>
                <a:effectLst/>
                <a:latin typeface="ui-sans-serif"/>
              </a:rPr>
              <a:t> </a:t>
            </a:r>
            <a:r>
              <a:rPr lang="en-GB" sz="1100" b="1" i="0" dirty="0" err="1">
                <a:solidFill>
                  <a:srgbClr val="030712"/>
                </a:solidFill>
                <a:effectLst/>
                <a:latin typeface="ui-sans-serif"/>
              </a:rPr>
              <a:t>Probados</a:t>
            </a:r>
            <a:r>
              <a:rPr lang="en-GB" sz="1100" b="1" i="0" dirty="0">
                <a:solidFill>
                  <a:srgbClr val="030712"/>
                </a:solidFill>
                <a:effectLst/>
                <a:latin typeface="ui-sans-serif"/>
              </a:rPr>
              <a:t> </a:t>
            </a:r>
            <a:r>
              <a:rPr lang="en-GB" sz="1100" b="1" i="0" dirty="0" err="1">
                <a:solidFill>
                  <a:srgbClr val="030712"/>
                </a:solidFill>
                <a:effectLst/>
                <a:latin typeface="ui-sans-serif"/>
              </a:rPr>
              <a:t>Implementados</a:t>
            </a:r>
            <a:r>
              <a:rPr lang="en-GB" sz="1100" b="1" i="0" dirty="0">
                <a:solidFill>
                  <a:srgbClr val="030712"/>
                </a:solidFill>
                <a:effectLst/>
                <a:latin typeface="ui-sans-serif"/>
              </a:rPr>
              <a:t> </a:t>
            </a:r>
          </a:p>
          <a:p>
            <a:pPr algn="l">
              <a:buNone/>
            </a:pPr>
            <a:r>
              <a:rPr lang="en-GB" sz="1100" b="1" i="0" dirty="0">
                <a:solidFill>
                  <a:srgbClr val="7F1D1D"/>
                </a:solidFill>
                <a:effectLst/>
                <a:latin typeface="ui-sans-serif"/>
              </a:rPr>
              <a:t>- </a:t>
            </a:r>
            <a:r>
              <a:rPr lang="en-GB" sz="1100" b="1" i="0" dirty="0" err="1">
                <a:solidFill>
                  <a:srgbClr val="7F1D1D"/>
                </a:solidFill>
                <a:effectLst/>
                <a:latin typeface="ui-sans-serif"/>
              </a:rPr>
              <a:t>Imputación</a:t>
            </a:r>
            <a:r>
              <a:rPr lang="en-GB" sz="1100" b="1" i="0" dirty="0">
                <a:solidFill>
                  <a:srgbClr val="7F1D1D"/>
                </a:solidFill>
                <a:effectLst/>
                <a:latin typeface="ui-sans-serif"/>
              </a:rPr>
              <a:t> Simple</a:t>
            </a:r>
          </a:p>
          <a:p>
            <a:pPr algn="l">
              <a:buNone/>
            </a:pPr>
            <a:r>
              <a:rPr lang="en-GB" sz="1100" b="0" i="0" dirty="0">
                <a:solidFill>
                  <a:srgbClr val="4B5563"/>
                </a:solidFill>
                <a:effectLst/>
                <a:latin typeface="ui-sans-serif"/>
              </a:rPr>
              <a:t>Media/</a:t>
            </a:r>
            <a:r>
              <a:rPr lang="en-GB" sz="1100" b="0" i="0" dirty="0" err="1">
                <a:solidFill>
                  <a:srgbClr val="4B5563"/>
                </a:solidFill>
                <a:effectLst/>
                <a:latin typeface="ui-sans-serif"/>
              </a:rPr>
              <a:t>mediana</a:t>
            </a:r>
            <a:r>
              <a:rPr lang="en-GB" sz="1100" b="0" i="0" dirty="0">
                <a:solidFill>
                  <a:srgbClr val="4B5563"/>
                </a:solidFill>
                <a:effectLst/>
                <a:latin typeface="ui-sans-serif"/>
              </a:rPr>
              <a:t>/</a:t>
            </a:r>
            <a:r>
              <a:rPr lang="en-GB" sz="1100" b="0" i="0" dirty="0" err="1">
                <a:solidFill>
                  <a:srgbClr val="4B5563"/>
                </a:solidFill>
                <a:effectLst/>
                <a:latin typeface="ui-sans-serif"/>
              </a:rPr>
              <a:t>moda</a:t>
            </a:r>
            <a:endParaRPr lang="en-GB" sz="1100" b="0" i="0" dirty="0">
              <a:solidFill>
                <a:srgbClr val="4B5563"/>
              </a:solidFill>
              <a:effectLst/>
              <a:latin typeface="ui-sans-serif"/>
            </a:endParaRPr>
          </a:p>
          <a:p>
            <a:pPr algn="l">
              <a:buNone/>
            </a:pPr>
            <a:r>
              <a:rPr lang="en-GB" sz="1100" b="0" i="1" dirty="0" err="1">
                <a:solidFill>
                  <a:srgbClr val="B91C1C"/>
                </a:solidFill>
                <a:effectLst/>
                <a:latin typeface="ui-sans-serif"/>
              </a:rPr>
              <a:t>Distorsiona</a:t>
            </a:r>
            <a:r>
              <a:rPr lang="en-GB" sz="1100" b="0" i="1" dirty="0">
                <a:solidFill>
                  <a:srgbClr val="B91C1C"/>
                </a:solidFill>
                <a:effectLst/>
                <a:latin typeface="ui-sans-serif"/>
              </a:rPr>
              <a:t> </a:t>
            </a:r>
            <a:r>
              <a:rPr lang="en-GB" sz="1100" b="0" i="1" dirty="0" err="1">
                <a:solidFill>
                  <a:srgbClr val="B91C1C"/>
                </a:solidFill>
                <a:effectLst/>
                <a:latin typeface="ui-sans-serif"/>
              </a:rPr>
              <a:t>distribuciones</a:t>
            </a:r>
            <a:endParaRPr lang="en-GB" sz="1100" b="0" i="1" dirty="0">
              <a:solidFill>
                <a:srgbClr val="B91C1C"/>
              </a:solidFill>
              <a:effectLst/>
              <a:latin typeface="ui-sans-serif"/>
            </a:endParaRPr>
          </a:p>
          <a:p>
            <a:pPr marL="171450" indent="-171450" algn="l">
              <a:spcBef>
                <a:spcPts val="900"/>
              </a:spcBef>
              <a:buFontTx/>
              <a:buChar char="-"/>
            </a:pPr>
            <a:r>
              <a:rPr lang="en-GB" sz="1100" b="1" i="0" dirty="0">
                <a:solidFill>
                  <a:srgbClr val="713F12"/>
                </a:solidFill>
                <a:effectLst/>
                <a:latin typeface="ui-sans-serif"/>
              </a:rPr>
              <a:t>KNN </a:t>
            </a:r>
            <a:r>
              <a:rPr lang="en-GB" sz="1100" b="1" i="0" dirty="0" err="1">
                <a:solidFill>
                  <a:srgbClr val="713F12"/>
                </a:solidFill>
                <a:effectLst/>
                <a:latin typeface="ui-sans-serif"/>
              </a:rPr>
              <a:t>Multivariante</a:t>
            </a:r>
            <a:endParaRPr lang="en-GB" sz="1100" b="1" dirty="0">
              <a:solidFill>
                <a:srgbClr val="713F12"/>
              </a:solidFill>
              <a:latin typeface="ui-sans-serif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32213" y="1046039"/>
            <a:ext cx="3321538" cy="13311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900"/>
              </a:spcBef>
            </a:pPr>
            <a:r>
              <a:rPr lang="en-GB" sz="1100" dirty="0">
                <a:solidFill>
                  <a:srgbClr val="4B5563"/>
                </a:solidFill>
                <a:latin typeface="ui-sans-serif"/>
              </a:rPr>
              <a:t>Mejor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ajuste</a:t>
            </a:r>
            <a:r>
              <a:rPr lang="en-GB" sz="1100" dirty="0">
                <a:solidFill>
                  <a:srgbClr val="4B5563"/>
                </a:solidFill>
                <a:latin typeface="ui-sans-serif"/>
              </a:rPr>
              <a:t>,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pero</a:t>
            </a:r>
            <a:r>
              <a:rPr lang="en-GB" sz="1100" dirty="0">
                <a:solidFill>
                  <a:srgbClr val="4B5563"/>
                </a:solidFill>
                <a:latin typeface="ui-sans-serif"/>
              </a:rPr>
              <a:t>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mejorable</a:t>
            </a:r>
            <a:endParaRPr lang="en-GB" sz="1100" dirty="0">
              <a:solidFill>
                <a:srgbClr val="4B5563"/>
              </a:solidFill>
              <a:latin typeface="ui-sans-serif"/>
            </a:endParaRPr>
          </a:p>
          <a:p>
            <a:pPr>
              <a:spcBef>
                <a:spcPts val="900"/>
              </a:spcBef>
            </a:pPr>
            <a:r>
              <a:rPr lang="en-GB" sz="1100" b="1" dirty="0">
                <a:solidFill>
                  <a:srgbClr val="14532D"/>
                </a:solidFill>
                <a:highlight>
                  <a:srgbClr val="FFFF00"/>
                </a:highlight>
                <a:latin typeface="ui-sans-serif"/>
              </a:rPr>
              <a:t>- MICE (</a:t>
            </a:r>
            <a:r>
              <a:rPr lang="en-GB" sz="1100" b="1" dirty="0" err="1">
                <a:solidFill>
                  <a:srgbClr val="14532D"/>
                </a:solidFill>
                <a:highlight>
                  <a:srgbClr val="FFFF00"/>
                </a:highlight>
                <a:latin typeface="ui-sans-serif"/>
              </a:rPr>
              <a:t>Multivariante</a:t>
            </a:r>
            <a:r>
              <a:rPr lang="en-GB" sz="1100" b="1" dirty="0">
                <a:solidFill>
                  <a:srgbClr val="14532D"/>
                </a:solidFill>
                <a:highlight>
                  <a:srgbClr val="FFFF00"/>
                </a:highlight>
                <a:latin typeface="ui-sans-serif"/>
              </a:rPr>
              <a:t>)</a:t>
            </a:r>
          </a:p>
          <a:p>
            <a:pPr>
              <a:spcBef>
                <a:spcPts val="900"/>
              </a:spcBef>
            </a:pP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Ajuste</a:t>
            </a:r>
            <a:r>
              <a:rPr lang="en-GB" sz="1100" dirty="0">
                <a:solidFill>
                  <a:srgbClr val="4B5563"/>
                </a:solidFill>
                <a:latin typeface="ui-sans-serif"/>
              </a:rPr>
              <a:t> perfecto de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distribuciones</a:t>
            </a:r>
            <a:endParaRPr lang="en-GB" sz="1100" dirty="0">
              <a:solidFill>
                <a:srgbClr val="4B5563"/>
              </a:solidFill>
              <a:latin typeface="ui-sans-serif"/>
            </a:endParaRPr>
          </a:p>
          <a:p>
            <a:pPr>
              <a:spcBef>
                <a:spcPts val="900"/>
              </a:spcBef>
            </a:pPr>
            <a:r>
              <a:rPr lang="en-GB" sz="1100" b="1" dirty="0">
                <a:solidFill>
                  <a:srgbClr val="166534"/>
                </a:solidFill>
                <a:latin typeface="ui-sans-serif"/>
              </a:rPr>
              <a:t>✓ MÉTODO SELECCIONADO</a:t>
            </a:r>
          </a:p>
          <a:p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2110153" y="590805"/>
            <a:ext cx="0" cy="15943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5920153" y="661390"/>
            <a:ext cx="0" cy="15943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2367" y="674103"/>
            <a:ext cx="3044340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100" i="1" dirty="0"/>
              <a:t>Finalmente, tras aplicar el método </a:t>
            </a:r>
            <a:r>
              <a:rPr lang="es-ES" sz="1100" b="1" i="1" dirty="0"/>
              <a:t>MICE</a:t>
            </a:r>
            <a:r>
              <a:rPr lang="es-ES" sz="1100" i="1" dirty="0"/>
              <a:t> (multivariante), llegamos a unos resultados muy buenos, encontrando un ajuste prácticamente perfecto de las distribuciones. </a:t>
            </a:r>
          </a:p>
          <a:p>
            <a:pPr algn="just"/>
            <a:endParaRPr lang="es-ES" sz="1100" i="1" dirty="0"/>
          </a:p>
          <a:p>
            <a:pPr algn="just"/>
            <a:r>
              <a:rPr lang="es-ES" sz="1100" i="1" dirty="0"/>
              <a:t>Se decidió validar el método y la base de datos imputada por MICE.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20000" y="2655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Tratamiento de </a:t>
            </a:r>
            <a:r>
              <a:rPr lang="es-ES" dirty="0" err="1"/>
              <a:t>Outliers</a:t>
            </a:r>
            <a:endParaRPr dirty="0"/>
          </a:p>
        </p:txBody>
      </p:sp>
      <p:sp>
        <p:nvSpPr>
          <p:cNvPr id="3" name="CuadroTexto 2"/>
          <p:cNvSpPr txBox="1"/>
          <p:nvPr/>
        </p:nvSpPr>
        <p:spPr>
          <a:xfrm>
            <a:off x="256412" y="4096818"/>
            <a:ext cx="8306195" cy="93871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tx1"/>
                </a:solidFill>
              </a:rPr>
              <a:t>Se realizó un estudio de </a:t>
            </a:r>
            <a:r>
              <a:rPr lang="es-ES" sz="1100" dirty="0" err="1">
                <a:solidFill>
                  <a:schemeClr val="tx1"/>
                </a:solidFill>
              </a:rPr>
              <a:t>outliers</a:t>
            </a:r>
            <a:r>
              <a:rPr lang="es-ES" sz="1100" dirty="0">
                <a:solidFill>
                  <a:schemeClr val="tx1"/>
                </a:solidFill>
              </a:rPr>
              <a:t> previo y posterior a la imputación, obteniendo los mismos resultados tanto a nivel univariante como multivariante.</a:t>
            </a:r>
          </a:p>
          <a:p>
            <a:endParaRPr lang="es-ES" sz="1100" dirty="0">
              <a:solidFill>
                <a:schemeClr val="tx1"/>
              </a:solidFill>
            </a:endParaRPr>
          </a:p>
          <a:p>
            <a:r>
              <a:rPr lang="es-ES" sz="1100" dirty="0">
                <a:solidFill>
                  <a:schemeClr val="tx1"/>
                </a:solidFill>
              </a:rPr>
              <a:t>Se decidió mantenerlos en la base de datos, ya que suponían una proporción que se puede entender como normal (~4-5%) y no se observaron valores extremos o imposibles.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9923" y="1101572"/>
          <a:ext cx="5398617" cy="1630680"/>
        </p:xfrm>
        <a:graphic>
          <a:graphicData uri="http://schemas.openxmlformats.org/drawingml/2006/table">
            <a:tbl>
              <a:tblPr firstRow="1" bandRow="1">
                <a:tableStyleId>{7FD54D1E-A07F-487E-B709-6B33F1453160}</a:tableStyleId>
              </a:tblPr>
              <a:tblGrid>
                <a:gridCol w="10805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93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93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93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459">
                <a:tc>
                  <a:txBody>
                    <a:bodyPr/>
                    <a:lstStyle/>
                    <a:p>
                      <a:r>
                        <a:rPr lang="en-US" sz="1100" b="1" dirty="0"/>
                        <a:t>Nivel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Tipo de Variable 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Método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Criterio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9">
                <a:tc>
                  <a:txBody>
                    <a:bodyPr/>
                    <a:lstStyle/>
                    <a:p>
                      <a:r>
                        <a:rPr lang="en-US" sz="1100" dirty="0"/>
                        <a:t>Univariante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 err="1"/>
                        <a:t>Simétricas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IQR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1.5 × IQR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9">
                <a:tc>
                  <a:txBody>
                    <a:bodyPr/>
                    <a:lstStyle/>
                    <a:p>
                      <a:r>
                        <a:rPr lang="en-US" sz="1100" dirty="0"/>
                        <a:t>Univariante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No </a:t>
                      </a:r>
                      <a:r>
                        <a:rPr lang="en-GB" sz="1100" dirty="0" err="1"/>
                        <a:t>simétricas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Hampel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Mediana + MAD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9">
                <a:tc>
                  <a:txBody>
                    <a:bodyPr/>
                    <a:lstStyle/>
                    <a:p>
                      <a:r>
                        <a:rPr lang="en-US" sz="1100" dirty="0"/>
                        <a:t>Univariante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 err="1"/>
                        <a:t>Categóricas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 err="1"/>
                        <a:t>Frecuencias</a:t>
                      </a:r>
                      <a:r>
                        <a:rPr lang="en-GB" sz="1100" dirty="0"/>
                        <a:t> </a:t>
                      </a:r>
                      <a:r>
                        <a:rPr lang="en-GB" sz="1100" dirty="0" err="1"/>
                        <a:t>relativas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&lt; 5% del total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609">
                <a:tc>
                  <a:txBody>
                    <a:bodyPr/>
                    <a:lstStyle/>
                    <a:p>
                      <a:r>
                        <a:rPr lang="en-US" sz="1100" dirty="0"/>
                        <a:t>Multivariante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Númericas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Distancia </a:t>
                      </a:r>
                      <a:r>
                        <a:rPr lang="en-GB" sz="1100" dirty="0" err="1"/>
                        <a:t>Mahalanobis</a:t>
                      </a:r>
                      <a:r>
                        <a:rPr lang="en-GB" sz="1100" dirty="0"/>
                        <a:t> + LOF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Gràficos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38682" y="838225"/>
            <a:ext cx="2355494" cy="2005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Métodos</a:t>
            </a:r>
          </a:p>
        </p:txBody>
      </p:sp>
      <p:pic>
        <p:nvPicPr>
          <p:cNvPr id="8" name="Picture 7" descr="A diagram of a graph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580" y="1101572"/>
            <a:ext cx="2895290" cy="16306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712892"/>
              </p:ext>
            </p:extLst>
          </p:nvPr>
        </p:nvGraphicFramePr>
        <p:xfrm>
          <a:off x="204824" y="2786279"/>
          <a:ext cx="8219176" cy="1220012"/>
        </p:xfrm>
        <a:graphic>
          <a:graphicData uri="http://schemas.openxmlformats.org/drawingml/2006/table">
            <a:tbl>
              <a:tblPr firstRow="1" bandRow="1">
                <a:tableStyleId>{7FD54D1E-A07F-487E-B709-6B33F1453160}</a:tableStyleId>
              </a:tblPr>
              <a:tblGrid>
                <a:gridCol w="2054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47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47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47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Variable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Outliers detected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Ubicación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Características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Cola Derecha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Valores </a:t>
                      </a:r>
                      <a:r>
                        <a:rPr lang="en-GB" dirty="0" err="1"/>
                        <a:t>extremos</a:t>
                      </a:r>
                      <a:r>
                        <a:rPr lang="en-GB" dirty="0"/>
                        <a:t> altos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Estimated Salary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Cola Derecha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Salarios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muy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elevados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Cola Derecha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Balances </a:t>
                      </a:r>
                      <a:r>
                        <a:rPr lang="en-GB" dirty="0" err="1"/>
                        <a:t>superiores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" name="Graphic 11" descr="Tick with solid fill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4912" y="3031540"/>
            <a:ext cx="373532" cy="373532"/>
          </a:xfrm>
          <a:prstGeom prst="rect">
            <a:avLst/>
          </a:prstGeom>
        </p:spPr>
      </p:pic>
      <p:pic>
        <p:nvPicPr>
          <p:cNvPr id="13" name="Graphic 12" descr="Tick with solid fill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4912" y="3377413"/>
            <a:ext cx="373532" cy="373532"/>
          </a:xfrm>
          <a:prstGeom prst="rect">
            <a:avLst/>
          </a:prstGeom>
        </p:spPr>
      </p:pic>
      <p:pic>
        <p:nvPicPr>
          <p:cNvPr id="14" name="Graphic 13" descr="Tick with solid fill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01112" y="3742158"/>
            <a:ext cx="221132" cy="2817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>
          <a:extLst>
            <a:ext uri="{FF2B5EF4-FFF2-40B4-BE49-F238E27FC236}">
              <a16:creationId xmlns:a16="http://schemas.microsoft.com/office/drawing/2014/main" id="{365C682B-776E-8138-554F-E118A4EE0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>
            <a:extLst>
              <a:ext uri="{FF2B5EF4-FFF2-40B4-BE49-F238E27FC236}">
                <a16:creationId xmlns:a16="http://schemas.microsoft.com/office/drawing/2014/main" id="{C8EA8AC8-EC8E-E44D-B964-B05EE3BE65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9038" y="341006"/>
            <a:ext cx="801670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2" name="CuadroTexto 2">
            <a:extLst>
              <a:ext uri="{FF2B5EF4-FFF2-40B4-BE49-F238E27FC236}">
                <a16:creationId xmlns:a16="http://schemas.microsoft.com/office/drawing/2014/main" id="{489A5488-CC41-AE3C-B15B-DDD529EAA282}"/>
              </a:ext>
            </a:extLst>
          </p:cNvPr>
          <p:cNvSpPr txBox="1"/>
          <p:nvPr/>
        </p:nvSpPr>
        <p:spPr>
          <a:xfrm>
            <a:off x="666974" y="1204856"/>
            <a:ext cx="79283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Revisión</a:t>
            </a:r>
            <a:r>
              <a:rPr lang="ca-ES" dirty="0"/>
              <a:t> de valores </a:t>
            </a:r>
            <a:r>
              <a:rPr lang="ca-ES" dirty="0" err="1"/>
              <a:t>duplicados</a:t>
            </a:r>
            <a:r>
              <a:rPr lang="ca-ES" dirty="0"/>
              <a:t> =&gt; NO HAY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Outliers</a:t>
            </a:r>
            <a:r>
              <a:rPr lang="ca-ES" dirty="0"/>
              <a:t>: MISMA ESTRATEGIA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Missings</a:t>
            </a:r>
            <a:r>
              <a:rPr lang="ca-ES" dirty="0"/>
              <a:t>: MANTENEMOS MICE</a:t>
            </a:r>
          </a:p>
        </p:txBody>
      </p:sp>
    </p:spTree>
    <p:extLst>
      <p:ext uri="{BB962C8B-B14F-4D97-AF65-F5344CB8AC3E}">
        <p14:creationId xmlns:p14="http://schemas.microsoft.com/office/powerpoint/2010/main" val="1092879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0" y="398517"/>
            <a:ext cx="900491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2400" dirty="0"/>
              <a:t>Ingeniería de variables 1/2: transformación</a:t>
            </a:r>
            <a:endParaRPr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B77C555-2991-906F-3AAB-CC0936277AAC}"/>
              </a:ext>
            </a:extLst>
          </p:cNvPr>
          <p:cNvCxnSpPr>
            <a:cxnSpLocks/>
          </p:cNvCxnSpPr>
          <p:nvPr/>
        </p:nvCxnSpPr>
        <p:spPr>
          <a:xfrm>
            <a:off x="4502456" y="1083778"/>
            <a:ext cx="0" cy="16573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579B8F9-8F3D-B404-74CE-72EEB3B4A68A}"/>
              </a:ext>
            </a:extLst>
          </p:cNvPr>
          <p:cNvCxnSpPr>
            <a:cxnSpLocks/>
          </p:cNvCxnSpPr>
          <p:nvPr/>
        </p:nvCxnSpPr>
        <p:spPr>
          <a:xfrm flipH="1">
            <a:off x="-69544" y="2720772"/>
            <a:ext cx="4572000" cy="24023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51AC01-62C7-8AB4-F21A-1DB2D2D2E369}"/>
              </a:ext>
            </a:extLst>
          </p:cNvPr>
          <p:cNvCxnSpPr>
            <a:cxnSpLocks/>
          </p:cNvCxnSpPr>
          <p:nvPr/>
        </p:nvCxnSpPr>
        <p:spPr>
          <a:xfrm>
            <a:off x="4502456" y="2735149"/>
            <a:ext cx="4631996" cy="23693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1">
            <a:extLst>
              <a:ext uri="{FF2B5EF4-FFF2-40B4-BE49-F238E27FC236}">
                <a16:creationId xmlns:a16="http://schemas.microsoft.com/office/drawing/2014/main" id="{9792A6BF-D3C9-1DCD-FB9A-10296D882659}"/>
              </a:ext>
            </a:extLst>
          </p:cNvPr>
          <p:cNvSpPr txBox="1"/>
          <p:nvPr/>
        </p:nvSpPr>
        <p:spPr>
          <a:xfrm>
            <a:off x="289112" y="902637"/>
            <a:ext cx="3779968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100" b="1" dirty="0" err="1"/>
              <a:t>ComplaintsCount</a:t>
            </a:r>
            <a:endParaRPr lang="es-ES" sz="1100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ES" altLang="en-ES" sz="1100" dirty="0">
                <a:solidFill>
                  <a:schemeClr val="tx1"/>
                </a:solidFill>
                <a:latin typeface="Arial" panose="020B0604020202020204" pitchFamily="34" charset="0"/>
              </a:rPr>
              <a:t>Se decidió </a:t>
            </a:r>
            <a:r>
              <a:rPr lang="en-ES" altLang="en-ES" sz="1100" b="1" dirty="0">
                <a:solidFill>
                  <a:schemeClr val="tx1"/>
                </a:solidFill>
                <a:latin typeface="Arial" panose="020B0604020202020204" pitchFamily="34" charset="0"/>
              </a:rPr>
              <a:t>dummyficar la variable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ES" altLang="en-ES" sz="1100" dirty="0">
                <a:solidFill>
                  <a:schemeClr val="tx1"/>
                </a:solidFill>
                <a:latin typeface="Arial" panose="020B0604020202020204" pitchFamily="34" charset="0"/>
              </a:rPr>
              <a:t>. La información se simplifica para indicar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ES" altLang="en-ES" sz="1100" b="1" dirty="0">
                <a:solidFill>
                  <a:schemeClr val="tx1"/>
                </a:solidFill>
                <a:latin typeface="Arial" panose="020B0604020202020204" pitchFamily="34" charset="0"/>
              </a:rPr>
              <a:t>si el cliente ha emitido alguna queja o no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ES" altLang="en-ES" sz="1100" dirty="0">
                <a:solidFill>
                  <a:schemeClr val="tx1"/>
                </a:solidFill>
                <a:latin typeface="Arial" panose="020B0604020202020204" pitchFamily="34" charset="0"/>
              </a:rPr>
              <a:t>Variable: Númerica            Factor binario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s-ES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b="1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63D8225-BE49-E574-F7AD-586AF271CAC0}"/>
              </a:ext>
            </a:extLst>
          </p:cNvPr>
          <p:cNvCxnSpPr>
            <a:cxnSpLocks/>
          </p:cNvCxnSpPr>
          <p:nvPr/>
        </p:nvCxnSpPr>
        <p:spPr>
          <a:xfrm>
            <a:off x="1979003" y="1725659"/>
            <a:ext cx="2000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Imagen 5">
            <a:extLst>
              <a:ext uri="{FF2B5EF4-FFF2-40B4-BE49-F238E27FC236}">
                <a16:creationId xmlns:a16="http://schemas.microsoft.com/office/drawing/2014/main" id="{2473D714-7AFD-5B6A-7337-D8E77EDAF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51" y="2130401"/>
            <a:ext cx="1625642" cy="1911754"/>
          </a:xfrm>
          <a:prstGeom prst="rect">
            <a:avLst/>
          </a:prstGeom>
        </p:spPr>
      </p:pic>
      <p:sp>
        <p:nvSpPr>
          <p:cNvPr id="31" name="Flecha: a la derecha 8">
            <a:extLst>
              <a:ext uri="{FF2B5EF4-FFF2-40B4-BE49-F238E27FC236}">
                <a16:creationId xmlns:a16="http://schemas.microsoft.com/office/drawing/2014/main" id="{30F0B31A-26C7-9855-91A6-C2461B77F3AA}"/>
              </a:ext>
            </a:extLst>
          </p:cNvPr>
          <p:cNvSpPr/>
          <p:nvPr/>
        </p:nvSpPr>
        <p:spPr>
          <a:xfrm>
            <a:off x="1856166" y="2882971"/>
            <a:ext cx="445766" cy="29045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2" name="Imagen 7">
            <a:extLst>
              <a:ext uri="{FF2B5EF4-FFF2-40B4-BE49-F238E27FC236}">
                <a16:creationId xmlns:a16="http://schemas.microsoft.com/office/drawing/2014/main" id="{B6086ABC-6B96-0101-76AA-A415BE9723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1476" y="2066017"/>
            <a:ext cx="1313795" cy="1711680"/>
          </a:xfrm>
          <a:prstGeom prst="rect">
            <a:avLst/>
          </a:prstGeom>
        </p:spPr>
      </p:pic>
      <p:sp>
        <p:nvSpPr>
          <p:cNvPr id="34" name="CuadroTexto 9">
            <a:extLst>
              <a:ext uri="{FF2B5EF4-FFF2-40B4-BE49-F238E27FC236}">
                <a16:creationId xmlns:a16="http://schemas.microsoft.com/office/drawing/2014/main" id="{20BEEFED-2A6B-33EF-B1CA-CBD837A43B1D}"/>
              </a:ext>
            </a:extLst>
          </p:cNvPr>
          <p:cNvSpPr txBox="1"/>
          <p:nvPr/>
        </p:nvSpPr>
        <p:spPr>
          <a:xfrm>
            <a:off x="4844426" y="1002664"/>
            <a:ext cx="39480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100" b="1" dirty="0" err="1"/>
              <a:t>NumOfProducts</a:t>
            </a:r>
            <a:endParaRPr lang="es-ES" sz="1100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100" dirty="0" err="1"/>
              <a:t>Mayoria</a:t>
            </a:r>
            <a:r>
              <a:rPr lang="es-ES" sz="1100" dirty="0"/>
              <a:t> de clientes tienes </a:t>
            </a:r>
            <a:r>
              <a:rPr lang="es-ES" sz="1100" b="1" dirty="0"/>
              <a:t>1 | 2 productos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100" b="1" dirty="0" err="1"/>
              <a:t>Minoria</a:t>
            </a:r>
            <a:r>
              <a:rPr lang="es-ES" sz="1100" b="1" dirty="0"/>
              <a:t>         </a:t>
            </a:r>
            <a:r>
              <a:rPr lang="es-ES" sz="1100" dirty="0"/>
              <a:t>3 o más productos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100" dirty="0"/>
              <a:t>Categorización de la variable (1, 2, +3 productos)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834C496-A928-10D0-48C6-CE8CEF9BC974}"/>
              </a:ext>
            </a:extLst>
          </p:cNvPr>
          <p:cNvCxnSpPr>
            <a:cxnSpLocks/>
          </p:cNvCxnSpPr>
          <p:nvPr/>
        </p:nvCxnSpPr>
        <p:spPr>
          <a:xfrm>
            <a:off x="5789919" y="1483607"/>
            <a:ext cx="25274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Imagen 14">
            <a:extLst>
              <a:ext uri="{FF2B5EF4-FFF2-40B4-BE49-F238E27FC236}">
                <a16:creationId xmlns:a16="http://schemas.microsoft.com/office/drawing/2014/main" id="{B6FD0232-66CA-722F-FE7D-46333FFF57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8143" y="1806569"/>
            <a:ext cx="1490982" cy="1810178"/>
          </a:xfrm>
          <a:prstGeom prst="rect">
            <a:avLst/>
          </a:prstGeom>
        </p:spPr>
      </p:pic>
      <p:sp>
        <p:nvSpPr>
          <p:cNvPr id="38" name="Flecha: a la derecha 15">
            <a:extLst>
              <a:ext uri="{FF2B5EF4-FFF2-40B4-BE49-F238E27FC236}">
                <a16:creationId xmlns:a16="http://schemas.microsoft.com/office/drawing/2014/main" id="{97FDFF4E-DB65-0A9D-AD32-A48F44DCCB2C}"/>
              </a:ext>
            </a:extLst>
          </p:cNvPr>
          <p:cNvSpPr/>
          <p:nvPr/>
        </p:nvSpPr>
        <p:spPr>
          <a:xfrm>
            <a:off x="6584820" y="2631401"/>
            <a:ext cx="400857" cy="29045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9" name="Imagen 12">
            <a:extLst>
              <a:ext uri="{FF2B5EF4-FFF2-40B4-BE49-F238E27FC236}">
                <a16:creationId xmlns:a16="http://schemas.microsoft.com/office/drawing/2014/main" id="{1630429D-38A6-5D5E-B15C-26CDC195A9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1457" y="1764302"/>
            <a:ext cx="2022543" cy="231511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1B73DF3-889B-919D-3428-CF6CB6CA8160}"/>
              </a:ext>
            </a:extLst>
          </p:cNvPr>
          <p:cNvSpPr txBox="1"/>
          <p:nvPr/>
        </p:nvSpPr>
        <p:spPr>
          <a:xfrm>
            <a:off x="1097992" y="4586981"/>
            <a:ext cx="18421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b="1" dirty="0"/>
              <a:t>Balance -&gt; Dummy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33;p34"/>
          <p:cNvSpPr txBox="1">
            <a:spLocks noGrp="1"/>
          </p:cNvSpPr>
          <p:nvPr>
            <p:ph type="title"/>
          </p:nvPr>
        </p:nvSpPr>
        <p:spPr>
          <a:xfrm>
            <a:off x="720725" y="428526"/>
            <a:ext cx="7702550" cy="5730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2400" dirty="0"/>
              <a:t>Ingeniería de Variables 2/2: selección</a:t>
            </a:r>
            <a:endParaRPr sz="2400" dirty="0"/>
          </a:p>
        </p:txBody>
      </p:sp>
      <p:sp>
        <p:nvSpPr>
          <p:cNvPr id="3" name="CuadroTexto 2"/>
          <p:cNvSpPr txBox="1"/>
          <p:nvPr/>
        </p:nvSpPr>
        <p:spPr>
          <a:xfrm>
            <a:off x="2117102" y="1253058"/>
            <a:ext cx="77025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200" dirty="0"/>
          </a:p>
          <a:p>
            <a:endParaRPr lang="es-E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Variables numéricas: Test de mediana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Variables categóricas: Test de Chi-cuadrado</a:t>
            </a:r>
          </a:p>
          <a:p>
            <a:endParaRPr lang="es-ES" sz="1200" dirty="0"/>
          </a:p>
          <a:p>
            <a:r>
              <a:rPr lang="es-ES" sz="1200" dirty="0"/>
              <a:t>Las variables con un p-valor inferior a 0.05 han sido las siguientes:</a:t>
            </a:r>
          </a:p>
          <a:p>
            <a:endParaRPr lang="es-ES" sz="120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997" y="2510828"/>
            <a:ext cx="4594061" cy="1418710"/>
          </a:xfrm>
          <a:prstGeom prst="rect">
            <a:avLst/>
          </a:prstGeom>
        </p:spPr>
      </p:pic>
      <p:sp>
        <p:nvSpPr>
          <p:cNvPr id="8" name="CuadroTexto 7"/>
          <p:cNvSpPr txBox="1"/>
          <p:nvPr/>
        </p:nvSpPr>
        <p:spPr>
          <a:xfrm>
            <a:off x="408790" y="4046018"/>
            <a:ext cx="81780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 sz="1600">
                <a:latin typeface="Arial" panose="020B0604020202020204"/>
              </a:defRPr>
            </a:pPr>
            <a:r>
              <a:rPr lang="en-GB" sz="1200" dirty="0"/>
              <a:t>Las variables </a:t>
            </a:r>
            <a:r>
              <a:rPr lang="en-GB" sz="1200" b="1" dirty="0" err="1"/>
              <a:t>EstimatedSalary</a:t>
            </a:r>
            <a:r>
              <a:rPr lang="en-GB" sz="1200" b="1" dirty="0"/>
              <a:t> y </a:t>
            </a:r>
            <a:r>
              <a:rPr lang="en-GB" sz="1200" b="1" dirty="0" err="1"/>
              <a:t>CreditScore</a:t>
            </a:r>
            <a:r>
              <a:rPr lang="en-GB" sz="1200" b="1" dirty="0"/>
              <a:t>         </a:t>
            </a:r>
            <a:r>
              <a:rPr lang="en-GB" sz="1200" dirty="0"/>
              <a:t>p-</a:t>
            </a:r>
            <a:r>
              <a:rPr lang="en-GB" sz="1200" dirty="0" err="1"/>
              <a:t>valores</a:t>
            </a:r>
            <a:r>
              <a:rPr lang="en-GB" sz="1200" dirty="0"/>
              <a:t> </a:t>
            </a:r>
            <a:r>
              <a:rPr lang="en-GB" sz="1200" dirty="0" err="1"/>
              <a:t>cercanos</a:t>
            </a:r>
            <a:r>
              <a:rPr lang="en-GB" sz="1200" dirty="0"/>
              <a:t> a 0.05 antes de la </a:t>
            </a:r>
            <a:r>
              <a:rPr lang="en-GB" sz="1200" dirty="0" err="1"/>
              <a:t>imputación</a:t>
            </a:r>
            <a:r>
              <a:rPr lang="en-GB" sz="1200" dirty="0"/>
              <a:t> de NA.</a:t>
            </a:r>
          </a:p>
          <a:p>
            <a:pPr marL="171450" indent="-171450">
              <a:buFont typeface="Arial" panose="020B0604020202020204" pitchFamily="34" charset="0"/>
              <a:buChar char="•"/>
              <a:defRPr sz="1600">
                <a:latin typeface="Arial" panose="020B0604020202020204"/>
              </a:defRPr>
            </a:pPr>
            <a:r>
              <a:rPr lang="en-GB" sz="1200" dirty="0"/>
              <a:t>Se </a:t>
            </a:r>
            <a:r>
              <a:rPr lang="en-GB" sz="1200" dirty="0" err="1"/>
              <a:t>probará</a:t>
            </a:r>
            <a:r>
              <a:rPr lang="en-GB" sz="1200" dirty="0"/>
              <a:t> </a:t>
            </a:r>
            <a:r>
              <a:rPr lang="en-GB" sz="1200" dirty="0" err="1"/>
              <a:t>el</a:t>
            </a:r>
            <a:r>
              <a:rPr lang="en-GB" sz="1200" dirty="0"/>
              <a:t> </a:t>
            </a:r>
            <a:r>
              <a:rPr lang="en-GB" sz="1200" dirty="0" err="1"/>
              <a:t>modelo</a:t>
            </a:r>
            <a:r>
              <a:rPr lang="en-GB" sz="1200" dirty="0"/>
              <a:t> con y sin </a:t>
            </a:r>
            <a:r>
              <a:rPr lang="en-GB" sz="1200" dirty="0" err="1"/>
              <a:t>estas</a:t>
            </a:r>
            <a:r>
              <a:rPr lang="en-GB" sz="1200" dirty="0"/>
              <a:t> dos variables para </a:t>
            </a:r>
            <a:r>
              <a:rPr lang="en-GB" sz="1200" dirty="0" err="1"/>
              <a:t>verificar</a:t>
            </a:r>
            <a:r>
              <a:rPr lang="en-GB" sz="1200" dirty="0"/>
              <a:t> </a:t>
            </a:r>
            <a:r>
              <a:rPr lang="en-GB" sz="1200" b="1" dirty="0" err="1"/>
              <a:t>diferencias</a:t>
            </a:r>
            <a:r>
              <a:rPr lang="en-GB" sz="1200" b="1" dirty="0"/>
              <a:t> </a:t>
            </a:r>
            <a:r>
              <a:rPr lang="en-GB" sz="1200" b="1" dirty="0" err="1"/>
              <a:t>en</a:t>
            </a:r>
            <a:r>
              <a:rPr lang="en-GB" sz="1200" b="1" dirty="0"/>
              <a:t> </a:t>
            </a:r>
            <a:r>
              <a:rPr lang="en-GB" sz="1200" b="1" dirty="0" err="1"/>
              <a:t>los</a:t>
            </a:r>
            <a:r>
              <a:rPr lang="en-GB" sz="1200" b="1" dirty="0"/>
              <a:t> </a:t>
            </a:r>
            <a:r>
              <a:rPr lang="en-GB" sz="1200" b="1" dirty="0" err="1"/>
              <a:t>resultados</a:t>
            </a:r>
            <a:r>
              <a:rPr lang="en-GB" sz="1200" b="1"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7297" y="964666"/>
            <a:ext cx="7025864" cy="4334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00" dirty="0"/>
              <a:t>Sobre la base de datos imputada y transformada se realizaron </a:t>
            </a:r>
            <a:r>
              <a:rPr lang="es-ES" sz="1100" dirty="0" err="1"/>
              <a:t>tests</a:t>
            </a:r>
            <a:r>
              <a:rPr lang="es-ES" sz="1100" dirty="0"/>
              <a:t> de significancia para determinar qué variables son importantes para describir el comportamiento de la variable </a:t>
            </a:r>
            <a:r>
              <a:rPr lang="es-ES" sz="1100" dirty="0" err="1"/>
              <a:t>Exited</a:t>
            </a:r>
            <a:endParaRPr lang="en-US" sz="1100" dirty="0"/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3876085" y="4046018"/>
            <a:ext cx="210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673945" y="28549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PREPARACIÓN PARA EL MODELADO</a:t>
            </a:r>
            <a:endParaRPr dirty="0"/>
          </a:p>
        </p:txBody>
      </p:sp>
      <p:pic>
        <p:nvPicPr>
          <p:cNvPr id="1026" name="Picture 2" descr="Handling Imbalanced Dataset In Machine Learning. | by Shivam Chhetry |  Medi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48" y="1073150"/>
            <a:ext cx="2318042" cy="115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559833" y="748484"/>
            <a:ext cx="2064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Dataset desbalanceado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2078" y="2242522"/>
            <a:ext cx="14605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Clase negativa 80%</a:t>
            </a:r>
            <a:br>
              <a:rPr lang="en-US" sz="1100" dirty="0"/>
            </a:br>
            <a:r>
              <a:rPr lang="en-US" sz="1100" dirty="0"/>
              <a:t>Modelo sesgado</a:t>
            </a:r>
          </a:p>
        </p:txBody>
      </p:sp>
      <p:pic>
        <p:nvPicPr>
          <p:cNvPr id="1028" name="Picture 4" descr="71 mil resultados de imágenes, fotos de stock e ilustraciones libres de  regalías para Red x symbol | Shutterstock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5485" y="2301581"/>
            <a:ext cx="458759" cy="421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/>
          <p:cNvCxnSpPr/>
          <p:nvPr/>
        </p:nvCxnSpPr>
        <p:spPr>
          <a:xfrm>
            <a:off x="2908300" y="1651000"/>
            <a:ext cx="8442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752551" y="765373"/>
            <a:ext cx="19255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Técnicas de balanceo</a:t>
            </a:r>
          </a:p>
        </p:txBody>
      </p:sp>
      <p:pic>
        <p:nvPicPr>
          <p:cNvPr id="1030" name="Picture 6" descr="Imbalanced Vs Balanced Dataset ...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7710" y="855762"/>
            <a:ext cx="2318042" cy="1590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6706863" y="740645"/>
            <a:ext cx="17171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Datos balanceados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36802" y="2455328"/>
            <a:ext cx="13131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Mejor rendimiento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5630353" y="1651000"/>
            <a:ext cx="7806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34" name="Picture 10" descr="30.600+ Tick Verde Fotografías de stock ...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0364" y="2348495"/>
            <a:ext cx="475275" cy="47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ounded Rectangle 11"/>
          <p:cNvSpPr/>
          <p:nvPr/>
        </p:nvSpPr>
        <p:spPr>
          <a:xfrm>
            <a:off x="3860728" y="1084156"/>
            <a:ext cx="1542921" cy="2948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versampling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50487" y="1456037"/>
            <a:ext cx="1542921" cy="2948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chemeClr val="tx1"/>
                </a:solidFill>
              </a:rPr>
              <a:t>Undersampling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850486" y="1839743"/>
            <a:ext cx="1542921" cy="2444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ROSE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330425" y="2439538"/>
            <a:ext cx="252024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Todas las técnicas mejoran resultado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403" y="3028784"/>
            <a:ext cx="8609085" cy="2052892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60726" y="2163638"/>
            <a:ext cx="1542921" cy="2444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SMOTE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>
          <a:extLst>
            <a:ext uri="{FF2B5EF4-FFF2-40B4-BE49-F238E27FC236}">
              <a16:creationId xmlns:a16="http://schemas.microsoft.com/office/drawing/2014/main" id="{C6ED2925-FC7D-EE3B-1D4A-76A7282AE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>
            <a:extLst>
              <a:ext uri="{FF2B5EF4-FFF2-40B4-BE49-F238E27FC236}">
                <a16:creationId xmlns:a16="http://schemas.microsoft.com/office/drawing/2014/main" id="{465B3594-EB3B-5459-4A6C-79076FB850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3945" y="28549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4" name="Google Shape;630;p28">
            <a:extLst>
              <a:ext uri="{FF2B5EF4-FFF2-40B4-BE49-F238E27FC236}">
                <a16:creationId xmlns:a16="http://schemas.microsoft.com/office/drawing/2014/main" id="{129E8010-2473-9253-EAC8-332584BC2768}"/>
              </a:ext>
            </a:extLst>
          </p:cNvPr>
          <p:cNvGrpSpPr/>
          <p:nvPr/>
        </p:nvGrpSpPr>
        <p:grpSpPr>
          <a:xfrm>
            <a:off x="204394" y="1279681"/>
            <a:ext cx="1193456" cy="1292069"/>
            <a:chOff x="204394" y="1279681"/>
            <a:chExt cx="1607244" cy="1614077"/>
          </a:xfrm>
        </p:grpSpPr>
        <p:sp>
          <p:nvSpPr>
            <p:cNvPr id="26" name="Google Shape;631;p28">
              <a:extLst>
                <a:ext uri="{FF2B5EF4-FFF2-40B4-BE49-F238E27FC236}">
                  <a16:creationId xmlns:a16="http://schemas.microsoft.com/office/drawing/2014/main" id="{13CD9C8A-02D0-0946-2090-002E2F545AB0}"/>
                </a:ext>
              </a:extLst>
            </p:cNvPr>
            <p:cNvSpPr/>
            <p:nvPr/>
          </p:nvSpPr>
          <p:spPr>
            <a:xfrm>
              <a:off x="204394" y="1279681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7" name="Google Shape;632;p28">
              <a:extLst>
                <a:ext uri="{FF2B5EF4-FFF2-40B4-BE49-F238E27FC236}">
                  <a16:creationId xmlns:a16="http://schemas.microsoft.com/office/drawing/2014/main" id="{84FE1886-708A-2DA4-6747-B704E02F36A1}"/>
                </a:ext>
              </a:extLst>
            </p:cNvPr>
            <p:cNvGrpSpPr/>
            <p:nvPr/>
          </p:nvGrpSpPr>
          <p:grpSpPr>
            <a:xfrm>
              <a:off x="245454" y="1817982"/>
              <a:ext cx="1524900" cy="856208"/>
              <a:chOff x="245454" y="1817982"/>
              <a:chExt cx="1524900" cy="856208"/>
            </a:xfrm>
          </p:grpSpPr>
          <p:sp>
            <p:nvSpPr>
              <p:cNvPr id="28" name="Google Shape;633;p28">
                <a:extLst>
                  <a:ext uri="{FF2B5EF4-FFF2-40B4-BE49-F238E27FC236}">
                    <a16:creationId xmlns:a16="http://schemas.microsoft.com/office/drawing/2014/main" id="{B097D7AA-B1EE-84D3-9120-42770F3A6FC7}"/>
                  </a:ext>
                </a:extLst>
              </p:cNvPr>
              <p:cNvSpPr txBox="1"/>
              <p:nvPr/>
            </p:nvSpPr>
            <p:spPr>
              <a:xfrm>
                <a:off x="322254" y="1817982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29" name="Google Shape;634;p28">
                <a:extLst>
                  <a:ext uri="{FF2B5EF4-FFF2-40B4-BE49-F238E27FC236}">
                    <a16:creationId xmlns:a16="http://schemas.microsoft.com/office/drawing/2014/main" id="{D1A2B6B3-CB7B-66CE-737E-8C83D413872F}"/>
                  </a:ext>
                </a:extLst>
              </p:cNvPr>
              <p:cNvSpPr txBox="1"/>
              <p:nvPr/>
            </p:nvSpPr>
            <p:spPr>
              <a:xfrm>
                <a:off x="245454" y="2087390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6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3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7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20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21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22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b="1" dirty="0"/>
              <a:t>METODOLOGÍA ESTÁNDAR</a:t>
            </a:r>
          </a:p>
        </p:txBody>
      </p:sp>
      <p:sp>
        <p:nvSpPr>
          <p:cNvPr id="23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9pPr>
          </a:lstStyle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4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b="1" dirty="0"/>
              <a:t>POLÍTICA DE BALANCEO</a:t>
            </a:r>
          </a:p>
        </p:txBody>
      </p:sp>
      <p:sp>
        <p:nvSpPr>
          <p:cNvPr id="25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9pPr>
          </a:lstStyle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  <p:extLst>
      <p:ext uri="{BB962C8B-B14F-4D97-AF65-F5344CB8AC3E}">
        <p14:creationId xmlns:p14="http://schemas.microsoft.com/office/powerpoint/2010/main" val="2573083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0588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9C6DA5-3145-B0ED-C9C6-3EEBA06235C6}"/>
              </a:ext>
            </a:extLst>
          </p:cNvPr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ES" sz="1200" dirty="0"/>
          </a:p>
        </p:txBody>
      </p:sp>
      <p:pic>
        <p:nvPicPr>
          <p:cNvPr id="5" name="Picture 4" descr="A graph with red dots and blue lines&#10;&#10;AI-generated content may be incorrect.">
            <a:extLst>
              <a:ext uri="{FF2B5EF4-FFF2-40B4-BE49-F238E27FC236}">
                <a16:creationId xmlns:a16="http://schemas.microsoft.com/office/drawing/2014/main" id="{DC1FC1D7-9B3C-12AD-0C86-48078DF9D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>
            <a:extLst>
              <a:ext uri="{FF2B5EF4-FFF2-40B4-BE49-F238E27FC236}">
                <a16:creationId xmlns:a16="http://schemas.microsoft.com/office/drawing/2014/main" id="{A3E3CB3F-4865-6CA8-52D6-66CA6A623D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  <p:extLst>
      <p:ext uri="{BB962C8B-B14F-4D97-AF65-F5344CB8AC3E}">
        <p14:creationId xmlns:p14="http://schemas.microsoft.com/office/powerpoint/2010/main" val="1474104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4408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2095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tge 3">
            <a:extLst>
              <a:ext uri="{FF2B5EF4-FFF2-40B4-BE49-F238E27FC236}">
                <a16:creationId xmlns:a16="http://schemas.microsoft.com/office/drawing/2014/main" id="{FD18AD5A-A558-46E8-B520-4851F6DA7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245" y="2331145"/>
            <a:ext cx="3942525" cy="1853949"/>
          </a:xfrm>
          <a:prstGeom prst="rect">
            <a:avLst/>
          </a:prstGeom>
        </p:spPr>
      </p:pic>
      <p:sp>
        <p:nvSpPr>
          <p:cNvPr id="5" name="CuadroTexto 1">
            <a:extLst>
              <a:ext uri="{FF2B5EF4-FFF2-40B4-BE49-F238E27FC236}">
                <a16:creationId xmlns:a16="http://schemas.microsoft.com/office/drawing/2014/main" id="{0E5ACF7D-A8A8-4ECF-A0B3-997DFB48CE1F}"/>
              </a:ext>
            </a:extLst>
          </p:cNvPr>
          <p:cNvSpPr txBox="1"/>
          <p:nvPr/>
        </p:nvSpPr>
        <p:spPr>
          <a:xfrm>
            <a:off x="6487122" y="816165"/>
            <a:ext cx="14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b="1" dirty="0"/>
              <a:t>GLM </a:t>
            </a:r>
            <a:r>
              <a:rPr lang="es-ES" b="1" dirty="0" err="1"/>
              <a:t>Boostrap</a:t>
            </a:r>
            <a:endParaRPr lang="es-ES" b="1" dirty="0"/>
          </a:p>
        </p:txBody>
      </p:sp>
      <p:sp>
        <p:nvSpPr>
          <p:cNvPr id="6" name="CuadroTexto 1">
            <a:extLst>
              <a:ext uri="{FF2B5EF4-FFF2-40B4-BE49-F238E27FC236}">
                <a16:creationId xmlns:a16="http://schemas.microsoft.com/office/drawing/2014/main" id="{0F507262-0434-4F81-B071-7689150C6818}"/>
              </a:ext>
            </a:extLst>
          </p:cNvPr>
          <p:cNvSpPr txBox="1"/>
          <p:nvPr/>
        </p:nvSpPr>
        <p:spPr>
          <a:xfrm>
            <a:off x="230777" y="816166"/>
            <a:ext cx="4737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GLM </a:t>
            </a:r>
            <a:r>
              <a:rPr lang="es-ES" b="1" dirty="0" err="1"/>
              <a:t>feat</a:t>
            </a:r>
            <a:r>
              <a:rPr lang="es-ES" b="1" dirty="0"/>
              <a:t>. </a:t>
            </a:r>
            <a:r>
              <a:rPr lang="es-ES" b="1" dirty="0" err="1"/>
              <a:t>Engineering</a:t>
            </a:r>
            <a:r>
              <a:rPr lang="es-ES" b="1" dirty="0"/>
              <a:t>: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263F184-9316-D009-6877-F53CDBF24F55}"/>
              </a:ext>
            </a:extLst>
          </p:cNvPr>
          <p:cNvCxnSpPr>
            <a:cxnSpLocks/>
          </p:cNvCxnSpPr>
          <p:nvPr/>
        </p:nvCxnSpPr>
        <p:spPr>
          <a:xfrm>
            <a:off x="4968240" y="365760"/>
            <a:ext cx="0" cy="47777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2617394-827B-86A0-0A29-8DC6DD1BDA78}"/>
              </a:ext>
            </a:extLst>
          </p:cNvPr>
          <p:cNvSpPr/>
          <p:nvPr/>
        </p:nvSpPr>
        <p:spPr>
          <a:xfrm>
            <a:off x="230777" y="1300824"/>
            <a:ext cx="4511018" cy="853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/>
              <a:t>Exited</a:t>
            </a:r>
            <a:r>
              <a:rPr lang="es-ES" dirty="0"/>
              <a:t> ~ </a:t>
            </a:r>
            <a:r>
              <a:rPr lang="es-ES" dirty="0" err="1"/>
              <a:t>Gender</a:t>
            </a:r>
            <a:r>
              <a:rPr lang="es-ES" dirty="0"/>
              <a:t> + Age</a:t>
            </a:r>
            <a:r>
              <a:rPr lang="es-ES" baseline="30000" dirty="0"/>
              <a:t>2</a:t>
            </a:r>
            <a:r>
              <a:rPr lang="es-ES" dirty="0"/>
              <a:t> + Balance + </a:t>
            </a:r>
            <a:r>
              <a:rPr lang="es-ES" dirty="0" err="1"/>
              <a:t>NumOfProd</a:t>
            </a:r>
            <a:r>
              <a:rPr lang="es-ES" dirty="0"/>
              <a:t> + </a:t>
            </a:r>
            <a:r>
              <a:rPr lang="es-ES" dirty="0" err="1"/>
              <a:t>Geography</a:t>
            </a:r>
            <a:r>
              <a:rPr lang="es-ES" dirty="0"/>
              <a:t> + </a:t>
            </a:r>
            <a:r>
              <a:rPr lang="es-ES" dirty="0" err="1"/>
              <a:t>Geography:Gender</a:t>
            </a:r>
            <a:endParaRPr lang="es-ES" dirty="0"/>
          </a:p>
          <a:p>
            <a:pPr algn="ctr"/>
            <a:endParaRPr lang="en-E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               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               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             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tuning: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27913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629675" y="1456445"/>
            <a:ext cx="7704000" cy="227754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 latinLnBrk="1">
              <a:buNone/>
            </a:pPr>
            <a:r>
              <a:rPr lang="en-US" sz="1600" b="0" i="0" dirty="0">
                <a:solidFill>
                  <a:srgbClr val="000000"/>
                </a:solidFill>
                <a:effectLst/>
              </a:rPr>
              <a:t>Se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intentó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forzar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las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reglas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para Exited=1 con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confianza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minima de 0.5</a:t>
            </a:r>
          </a:p>
          <a:p>
            <a:pPr algn="l" latinLnBrk="1">
              <a:buNone/>
            </a:pPr>
            <a:r>
              <a:rPr lang="en-US" sz="1600" dirty="0"/>
              <a:t>Los </a:t>
            </a:r>
            <a:r>
              <a:rPr lang="en-US" sz="1600" err="1"/>
              <a:t>resultados</a:t>
            </a:r>
            <a:r>
              <a:rPr lang="en-US" sz="1600" dirty="0"/>
              <a:t> no </a:t>
            </a:r>
            <a:r>
              <a:rPr lang="en-US" sz="1600" err="1"/>
              <a:t>mejoraban</a:t>
            </a:r>
            <a:r>
              <a:rPr lang="en-US" sz="1600" dirty="0"/>
              <a:t> </a:t>
            </a:r>
            <a:r>
              <a:rPr lang="en-US" sz="1600" err="1"/>
              <a:t>el</a:t>
            </a:r>
            <a:r>
              <a:rPr lang="en-US" sz="1600" dirty="0"/>
              <a:t> </a:t>
            </a:r>
            <a:r>
              <a:rPr lang="en-US" sz="1600" err="1"/>
              <a:t>modelo</a:t>
            </a:r>
            <a:r>
              <a:rPr lang="en-US" sz="1600" dirty="0"/>
              <a:t> sin </a:t>
            </a:r>
            <a:r>
              <a:rPr lang="en-US" sz="1600" err="1"/>
              <a:t>forzar</a:t>
            </a:r>
            <a:endParaRPr lang="en-US" sz="1600"/>
          </a:p>
          <a:p>
            <a:pPr algn="l" latinLnBrk="1">
              <a:buNone/>
            </a:pPr>
            <a:endParaRPr lang="en-US" sz="1600" dirty="0"/>
          </a:p>
          <a:p>
            <a:pPr latinLnBrk="1"/>
            <a:r>
              <a:rPr lang="en-US" sz="1600" dirty="0"/>
              <a:t>Se </a:t>
            </a:r>
            <a:r>
              <a:rPr lang="en-US" sz="1600" err="1"/>
              <a:t>intentó</a:t>
            </a:r>
            <a:r>
              <a:rPr lang="en-US" sz="1600" dirty="0"/>
              <a:t> </a:t>
            </a:r>
            <a:r>
              <a:rPr lang="en-US" sz="1600" err="1"/>
              <a:t>forzar</a:t>
            </a:r>
            <a:r>
              <a:rPr lang="en-US" sz="1600" dirty="0"/>
              <a:t> las </a:t>
            </a:r>
            <a:r>
              <a:rPr lang="en-US" sz="1600" err="1"/>
              <a:t>reglas</a:t>
            </a:r>
            <a:r>
              <a:rPr lang="en-US" sz="1600" dirty="0"/>
              <a:t> para Exited=0 con </a:t>
            </a:r>
            <a:r>
              <a:rPr lang="en-US" sz="1600" err="1"/>
              <a:t>confianza</a:t>
            </a:r>
            <a:r>
              <a:rPr lang="en-US" sz="1600" dirty="0"/>
              <a:t> de 1</a:t>
            </a:r>
          </a:p>
          <a:p>
            <a:pPr latinLnBrk="1"/>
            <a:r>
              <a:rPr lang="en-US" sz="1600" dirty="0"/>
              <a:t>Los </a:t>
            </a:r>
            <a:r>
              <a:rPr lang="en-US" sz="1600" err="1"/>
              <a:t>resultados</a:t>
            </a:r>
            <a:r>
              <a:rPr lang="en-US" sz="1600" dirty="0"/>
              <a:t> no </a:t>
            </a:r>
            <a:r>
              <a:rPr lang="en-US" sz="1600" err="1"/>
              <a:t>mejoraban</a:t>
            </a:r>
            <a:r>
              <a:rPr lang="en-US" sz="1600" dirty="0"/>
              <a:t> </a:t>
            </a:r>
            <a:r>
              <a:rPr lang="en-US" sz="1600" err="1"/>
              <a:t>el</a:t>
            </a:r>
            <a:r>
              <a:rPr lang="en-US" sz="1600" dirty="0"/>
              <a:t> </a:t>
            </a:r>
            <a:r>
              <a:rPr lang="en-US" sz="1600" err="1"/>
              <a:t>modelo</a:t>
            </a:r>
            <a:r>
              <a:rPr lang="en-US" sz="1600" dirty="0"/>
              <a:t> sin </a:t>
            </a:r>
            <a:r>
              <a:rPr lang="en-US" sz="1600" err="1"/>
              <a:t>forzar</a:t>
            </a:r>
            <a:endParaRPr lang="en-US" sz="1600"/>
          </a:p>
          <a:p>
            <a:pPr algn="l" latinLnBrk="1">
              <a:buNone/>
            </a:pPr>
            <a:endParaRPr lang="en-US" sz="1600" dirty="0"/>
          </a:p>
          <a:p>
            <a:pPr latinLnBrk="1"/>
            <a:r>
              <a:rPr lang="es-ES" sz="1600" b="0" i="0" dirty="0">
                <a:solidFill>
                  <a:srgbClr val="000000"/>
                </a:solidFill>
                <a:effectLst/>
              </a:rPr>
              <a:t>Se intentó forzar las reglas para ambos </a:t>
            </a:r>
            <a:r>
              <a:rPr lang="es-ES" sz="1600" b="0" i="0" err="1">
                <a:solidFill>
                  <a:srgbClr val="000000"/>
                </a:solidFill>
                <a:effectLst/>
              </a:rPr>
              <a:t>Exited</a:t>
            </a:r>
            <a:r>
              <a:rPr lang="es-ES" sz="1600" b="0" i="0" dirty="0">
                <a:solidFill>
                  <a:srgbClr val="000000"/>
                </a:solidFill>
                <a:effectLst/>
              </a:rPr>
              <a:t> a la vez</a:t>
            </a:r>
          </a:p>
          <a:p>
            <a:pPr latinLnBrk="1"/>
            <a:r>
              <a:rPr lang="es-ES" sz="1600" dirty="0"/>
              <a:t>Los resultados no mejoraban el modelo sin forzar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4751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y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  <p:extLst>
      <p:ext uri="{BB962C8B-B14F-4D97-AF65-F5344CB8AC3E}">
        <p14:creationId xmlns:p14="http://schemas.microsoft.com/office/powerpoint/2010/main" val="13195157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050E9-5105-6D2F-6947-50C6CF01F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4E8F24-AF72-DFA5-9CAE-072E2FD20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Concluciones</a:t>
            </a:r>
          </a:p>
        </p:txBody>
      </p:sp>
    </p:spTree>
    <p:extLst>
      <p:ext uri="{BB962C8B-B14F-4D97-AF65-F5344CB8AC3E}">
        <p14:creationId xmlns:p14="http://schemas.microsoft.com/office/powerpoint/2010/main" val="3373186615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142</TotalTime>
  <Words>1488</Words>
  <Application>Microsoft Office PowerPoint</Application>
  <PresentationFormat>Presentación en pantalla (16:9)</PresentationFormat>
  <Paragraphs>271</Paragraphs>
  <Slides>20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32" baseType="lpstr">
      <vt:lpstr>Arial Black</vt:lpstr>
      <vt:lpstr>Poppins</vt:lpstr>
      <vt:lpstr>Raleway</vt:lpstr>
      <vt:lpstr>Arial</vt:lpstr>
      <vt:lpstr>Libre Franklin</vt:lpstr>
      <vt:lpstr>Lucida Console</vt:lpstr>
      <vt:lpstr>Wingdings</vt:lpstr>
      <vt:lpstr>ui-sans-serif</vt:lpstr>
      <vt:lpstr>Roboto</vt:lpstr>
      <vt:lpstr>Fira Sans Extra Condensed Medium</vt:lpstr>
      <vt:lpstr>Didact Gothic</vt:lpstr>
      <vt:lpstr>Cycle Diagrams Theme for a Business Plan by Slidesgo</vt:lpstr>
      <vt:lpstr>Modelo de clasificación  GRUPO 5</vt:lpstr>
      <vt:lpstr>ENTENDIMIENTO DE NEGOCIO</vt:lpstr>
      <vt:lpstr>FRAMEWORK METODOLÓGICO</vt:lpstr>
      <vt:lpstr>Tratamiento de Missing</vt:lpstr>
      <vt:lpstr>Tratamiento de Outliers</vt:lpstr>
      <vt:lpstr>Actualizaciones en el ADVANCED PREPROCESSING</vt:lpstr>
      <vt:lpstr>Ingeniería de variables 1/2: transformación</vt:lpstr>
      <vt:lpstr>Ingeniería de Variables 2/2: selección</vt:lpstr>
      <vt:lpstr>PREPARACIÓN PARA EL MODELADO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Presentación de PowerPoint</vt:lpstr>
      <vt:lpstr>SVM</vt:lpstr>
      <vt:lpstr>Asignaciones del AR</vt:lpstr>
      <vt:lpstr>Mejores modelos y métodos</vt:lpstr>
      <vt:lpstr>Concluciones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127</cp:revision>
  <dcterms:created xsi:type="dcterms:W3CDTF">2025-12-15T06:46:40Z</dcterms:created>
  <dcterms:modified xsi:type="dcterms:W3CDTF">2025-12-17T19:52:40Z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